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6858000" cy="9144000"/>
  <p:embeddedFontLst>
    <p:embeddedFont>
      <p:font typeface="Golos Text"/>
      <p:regular r:id="rId39"/>
      <p:bold r:id="rId40"/>
    </p:embeddedFont>
    <p:embeddedFont>
      <p:font typeface="Golos Text Medium"/>
      <p:regular r:id="rId41"/>
      <p:bold r:id="rId42"/>
    </p:embeddedFont>
    <p:embeddedFont>
      <p:font typeface="Bebas Neue"/>
      <p:regular r:id="rId43"/>
    </p:embeddedFont>
    <p:embeddedFont>
      <p:font typeface="Gantari"/>
      <p:regular r:id="rId44"/>
      <p:bold r:id="rId45"/>
      <p:italic r:id="rId46"/>
      <p:boldItalic r:id="rId47"/>
    </p:embeddedFont>
    <p:embeddedFont>
      <p:font typeface="Golos Text SemiBold"/>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hZX9z4WfFxSufvhkulyxAQp84c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GolosText-bold.fntdata"/><Relationship Id="rId42" Type="http://schemas.openxmlformats.org/officeDocument/2006/relationships/font" Target="fonts/GolosTextMedium-bold.fntdata"/><Relationship Id="rId41" Type="http://schemas.openxmlformats.org/officeDocument/2006/relationships/font" Target="fonts/GolosTextMedium-regular.fntdata"/><Relationship Id="rId44" Type="http://schemas.openxmlformats.org/officeDocument/2006/relationships/font" Target="fonts/Gantari-regular.fntdata"/><Relationship Id="rId43" Type="http://schemas.openxmlformats.org/officeDocument/2006/relationships/font" Target="fonts/BebasNeue-regular.fntdata"/><Relationship Id="rId46" Type="http://schemas.openxmlformats.org/officeDocument/2006/relationships/font" Target="fonts/Gantari-italic.fntdata"/><Relationship Id="rId45" Type="http://schemas.openxmlformats.org/officeDocument/2006/relationships/font" Target="fonts/Gantari-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GolosTextSemiBold-regular.fntdata"/><Relationship Id="rId47" Type="http://schemas.openxmlformats.org/officeDocument/2006/relationships/font" Target="fonts/Gantari-boldItalic.fntdata"/><Relationship Id="rId49" Type="http://schemas.openxmlformats.org/officeDocument/2006/relationships/font" Target="fonts/GolosTextSemiBol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font" Target="fonts/GolosText-regular.fntdata"/><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Simple Linear Regression is a method used to model the </a:t>
            </a:r>
            <a:r>
              <a:rPr lang="en">
                <a:highlight>
                  <a:schemeClr val="accent4"/>
                </a:highlight>
              </a:rPr>
              <a:t>relationship between a dependent variable (Y) and one independent variable (X)</a:t>
            </a:r>
            <a:r>
              <a:rPr lang="en"/>
              <a:t>. It finds the </a:t>
            </a:r>
            <a:r>
              <a:rPr lang="en">
                <a:highlight>
                  <a:schemeClr val="accent4"/>
                </a:highlight>
              </a:rPr>
              <a:t>best-fitting straight line</a:t>
            </a:r>
            <a:r>
              <a:rPr lang="en"/>
              <a:t> (called the regression line) that </a:t>
            </a:r>
            <a:r>
              <a:rPr lang="en">
                <a:highlight>
                  <a:schemeClr val="accent4"/>
                </a:highlight>
              </a:rPr>
              <a:t>minimizes</a:t>
            </a:r>
            <a:r>
              <a:rPr lang="en"/>
              <a:t> the differences between the observed values and the predicted values of 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highlight>
                  <a:schemeClr val="accent4"/>
                </a:highlight>
              </a:rPr>
              <a:t>best fit line</a:t>
            </a:r>
            <a:r>
              <a:rPr lang="en">
                <a:solidFill>
                  <a:schemeClr val="dk1"/>
                </a:solidFill>
              </a:rPr>
              <a:t> in regression is the </a:t>
            </a:r>
            <a:r>
              <a:rPr lang="en">
                <a:solidFill>
                  <a:schemeClr val="dk1"/>
                </a:solidFill>
                <a:highlight>
                  <a:schemeClr val="accent4"/>
                </a:highlight>
              </a:rPr>
              <a:t>straight</a:t>
            </a:r>
            <a:r>
              <a:rPr lang="en">
                <a:solidFill>
                  <a:schemeClr val="dk1"/>
                </a:solidFill>
              </a:rPr>
              <a:t> line that minimizes the differences (errors) between the observed data points and the predicted values. </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 are the common names used to refer to the independent variable (X) and dependent variable (Y)?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highlight>
                  <a:schemeClr val="accent4"/>
                </a:highlight>
              </a:rPr>
              <a:t>X (Independent Variable):</a:t>
            </a:r>
            <a:endParaRPr b="1">
              <a:solidFill>
                <a:schemeClr val="dk1"/>
              </a:solidFill>
              <a:highlight>
                <a:schemeClr val="accent4"/>
              </a:highlight>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highlight>
                  <a:schemeClr val="accent4"/>
                </a:highlight>
              </a:rPr>
              <a:t>Feature</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Predictor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highlight>
                  <a:schemeClr val="accent4"/>
                </a:highlight>
              </a:rPr>
              <a:t>Input Variable</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Covariate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Regressor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Explanatory Variable</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highlight>
                  <a:schemeClr val="accent4"/>
                </a:highlight>
              </a:rPr>
              <a:t>Y (Dependent Variable):</a:t>
            </a:r>
            <a:endParaRPr b="1">
              <a:solidFill>
                <a:schemeClr val="dk1"/>
              </a:solidFill>
              <a:highlight>
                <a:schemeClr val="accent4"/>
              </a:highlight>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highlight>
                  <a:schemeClr val="accent4"/>
                </a:highlight>
              </a:rPr>
              <a:t>Target</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Outcome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Response Variable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highlight>
                  <a:schemeClr val="accent4"/>
                </a:highlight>
              </a:rPr>
              <a:t>Output Variable</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highlight>
                  <a:schemeClr val="accent4"/>
                </a:highlight>
              </a:rPr>
              <a:t>Predicted Variable</a:t>
            </a:r>
            <a:endParaRPr>
              <a:solidFill>
                <a:schemeClr val="dk1"/>
              </a:solidFill>
              <a:highlight>
                <a:schemeClr val="accent4"/>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highlight>
                  <a:schemeClr val="accent4"/>
                </a:highlight>
              </a:rPr>
              <a:t>Label</a:t>
            </a:r>
            <a:endParaRPr>
              <a:solidFill>
                <a:schemeClr val="dk1"/>
              </a:solidFill>
              <a:highlight>
                <a:schemeClr val="accent4"/>
              </a:highlight>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Multiple Linear Regression is an extension of Simple Linear Regression that models the relationship between a dependent variable (Y) and </a:t>
            </a:r>
            <a:r>
              <a:rPr lang="en">
                <a:highlight>
                  <a:schemeClr val="accent4"/>
                </a:highlight>
              </a:rPr>
              <a:t>two or more</a:t>
            </a:r>
            <a:r>
              <a:rPr lang="en"/>
              <a:t> independent variables (X1, X2, ..., Xn). The goal is to find a </a:t>
            </a:r>
            <a:r>
              <a:rPr lang="en">
                <a:highlight>
                  <a:schemeClr val="accent4"/>
                </a:highlight>
              </a:rPr>
              <a:t>linear equation</a:t>
            </a:r>
            <a:r>
              <a:rPr lang="en"/>
              <a:t> that best predicts Y based on the input features.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chemeClr val="dk1"/>
                </a:solidFill>
              </a:rPr>
              <a:t>Polynomial Regression</a:t>
            </a:r>
            <a:r>
              <a:rPr lang="en">
                <a:solidFill>
                  <a:schemeClr val="dk1"/>
                </a:solidFill>
              </a:rPr>
              <a:t> is a type of regression that models the relationship between the dependent variable (Y) and the independent variable (X) as an nth-degree polynomial. Unlike linear regression, which fits a straight line, polynomial regression fits a </a:t>
            </a:r>
            <a:r>
              <a:rPr lang="en">
                <a:solidFill>
                  <a:schemeClr val="dk1"/>
                </a:solidFill>
                <a:highlight>
                  <a:schemeClr val="accent4"/>
                </a:highlight>
              </a:rPr>
              <a:t>curve</a:t>
            </a:r>
            <a:r>
              <a:rPr lang="en">
                <a:solidFill>
                  <a:schemeClr val="dk1"/>
                </a:solidFill>
              </a:rPr>
              <a:t> to the data. It allows for capturing more </a:t>
            </a:r>
            <a:r>
              <a:rPr lang="en">
                <a:solidFill>
                  <a:schemeClr val="dk1"/>
                </a:solidFill>
                <a:highlight>
                  <a:schemeClr val="accent4"/>
                </a:highlight>
              </a:rPr>
              <a:t>complex relationships</a:t>
            </a:r>
            <a:r>
              <a:rPr lang="en">
                <a:solidFill>
                  <a:schemeClr val="dk1"/>
                </a:solidFill>
              </a:rPr>
              <a:t> by adding higher-degree terms (e.g., X², X³) to the model, making it useful when the data shows a nonlinear trend.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b="1" lang="en">
                <a:solidFill>
                  <a:schemeClr val="dk1"/>
                </a:solidFill>
              </a:rPr>
              <a:t>Binary Classification</a:t>
            </a:r>
            <a:r>
              <a:rPr lang="en">
                <a:solidFill>
                  <a:schemeClr val="dk1"/>
                </a:solidFill>
              </a:rPr>
              <a:t> is a type of classification task where the goal is to </a:t>
            </a:r>
            <a:r>
              <a:rPr lang="en">
                <a:solidFill>
                  <a:schemeClr val="dk1"/>
                </a:solidFill>
                <a:highlight>
                  <a:schemeClr val="accent4"/>
                </a:highlight>
              </a:rPr>
              <a:t>assign one of two possible classes (labels) to each data point.</a:t>
            </a:r>
            <a:r>
              <a:rPr lang="en">
                <a:solidFill>
                  <a:schemeClr val="dk1"/>
                </a:solidFill>
              </a:rPr>
              <a:t> The model predicts whether a given input belongs to </a:t>
            </a:r>
            <a:r>
              <a:rPr lang="en">
                <a:solidFill>
                  <a:schemeClr val="dk1"/>
                </a:solidFill>
                <a:highlight>
                  <a:schemeClr val="accent4"/>
                </a:highlight>
              </a:rPr>
              <a:t>Class 0 or Class 1</a:t>
            </a:r>
            <a:r>
              <a:rPr lang="en">
                <a:solidFill>
                  <a:schemeClr val="dk1"/>
                </a:solidFill>
              </a:rPr>
              <a:t>. The output is typically a </a:t>
            </a:r>
            <a:r>
              <a:rPr lang="en">
                <a:solidFill>
                  <a:schemeClr val="dk1"/>
                </a:solidFill>
                <a:highlight>
                  <a:schemeClr val="accent4"/>
                </a:highlight>
              </a:rPr>
              <a:t>probability score</a:t>
            </a:r>
            <a:r>
              <a:rPr lang="en">
                <a:solidFill>
                  <a:schemeClr val="dk1"/>
                </a:solidFill>
              </a:rPr>
              <a:t>, and a threshold (e.g., 0.5) is used to determine which class the input belongs to.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a:t>
            </a:r>
            <a:r>
              <a:rPr b="1" lang="en">
                <a:solidFill>
                  <a:schemeClr val="dk1"/>
                </a:solidFill>
              </a:rPr>
              <a:t>decision boundary</a:t>
            </a:r>
            <a:r>
              <a:rPr lang="en">
                <a:solidFill>
                  <a:schemeClr val="dk1"/>
                </a:solidFill>
              </a:rPr>
              <a:t> is a line or surface that </a:t>
            </a:r>
            <a:r>
              <a:rPr lang="en">
                <a:solidFill>
                  <a:schemeClr val="dk1"/>
                </a:solidFill>
                <a:highlight>
                  <a:schemeClr val="accent4"/>
                </a:highlight>
              </a:rPr>
              <a:t>separates</a:t>
            </a:r>
            <a:r>
              <a:rPr lang="en">
                <a:solidFill>
                  <a:schemeClr val="dk1"/>
                </a:solidFill>
              </a:rPr>
              <a:t> different classes in a classification problem. It defines the regions where the model predicts one class versus another. In binary classification, points on one side of the boundary are classified as Class 0, while those on the other side are classified as Class 1.</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In </a:t>
            </a:r>
            <a:r>
              <a:rPr b="1" lang="en">
                <a:solidFill>
                  <a:schemeClr val="dk1"/>
                </a:solidFill>
              </a:rPr>
              <a:t>classification</a:t>
            </a:r>
            <a:r>
              <a:rPr lang="en">
                <a:solidFill>
                  <a:schemeClr val="dk1"/>
                </a:solidFill>
              </a:rPr>
              <a:t>, the model optimizes by </a:t>
            </a:r>
            <a:r>
              <a:rPr lang="en">
                <a:solidFill>
                  <a:schemeClr val="dk1"/>
                </a:solidFill>
                <a:highlight>
                  <a:schemeClr val="accent4"/>
                </a:highlight>
              </a:rPr>
              <a:t>reducing the difference between the </a:t>
            </a:r>
            <a:r>
              <a:rPr b="1" lang="en">
                <a:solidFill>
                  <a:schemeClr val="dk1"/>
                </a:solidFill>
                <a:highlight>
                  <a:schemeClr val="accent4"/>
                </a:highlight>
              </a:rPr>
              <a:t>predicted class</a:t>
            </a:r>
            <a:r>
              <a:rPr lang="en">
                <a:solidFill>
                  <a:schemeClr val="dk1"/>
                </a:solidFill>
                <a:highlight>
                  <a:schemeClr val="accent4"/>
                </a:highlight>
              </a:rPr>
              <a:t> and the </a:t>
            </a:r>
            <a:r>
              <a:rPr b="1" lang="en">
                <a:solidFill>
                  <a:schemeClr val="dk1"/>
                </a:solidFill>
                <a:highlight>
                  <a:schemeClr val="accent4"/>
                </a:highlight>
              </a:rPr>
              <a:t>actual class</a:t>
            </a:r>
            <a:r>
              <a:rPr lang="en">
                <a:solidFill>
                  <a:schemeClr val="dk1"/>
                </a:solidFill>
                <a:highlight>
                  <a:schemeClr val="accent4"/>
                </a:highlight>
              </a:rPr>
              <a:t>,</a:t>
            </a:r>
            <a:r>
              <a:rPr lang="en">
                <a:solidFill>
                  <a:schemeClr val="dk1"/>
                </a:solidFill>
              </a:rPr>
              <a:t> but instead of minimizing distances like in regression, it minimizes a </a:t>
            </a:r>
            <a:r>
              <a:rPr b="1" lang="en">
                <a:solidFill>
                  <a:schemeClr val="dk1"/>
                </a:solidFill>
              </a:rPr>
              <a:t>classification error</a:t>
            </a:r>
            <a:r>
              <a:rPr lang="en">
                <a:solidFill>
                  <a:schemeClr val="dk1"/>
                </a:solidFill>
              </a:rPr>
              <a:t> metric. These metrics measure how well the model's predicted probabilities or class labels align with the actual labels. The goal is to adjust the model's decision boundary to </a:t>
            </a:r>
            <a:r>
              <a:rPr lang="en">
                <a:solidFill>
                  <a:schemeClr val="dk1"/>
                </a:solidFill>
                <a:highlight>
                  <a:schemeClr val="accent4"/>
                </a:highlight>
              </a:rPr>
              <a:t>correctly classify</a:t>
            </a:r>
            <a:r>
              <a:rPr lang="en">
                <a:solidFill>
                  <a:schemeClr val="dk1"/>
                </a:solidFill>
              </a:rPr>
              <a:t> as many data points as possible.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Multiclass Classification</a:t>
            </a:r>
            <a:r>
              <a:rPr lang="en">
                <a:solidFill>
                  <a:schemeClr val="dk1"/>
                </a:solidFill>
              </a:rPr>
              <a:t> is a type of classification problem where the model </a:t>
            </a:r>
            <a:r>
              <a:rPr lang="en">
                <a:solidFill>
                  <a:schemeClr val="dk1"/>
                </a:solidFill>
                <a:highlight>
                  <a:schemeClr val="accent4"/>
                </a:highlight>
              </a:rPr>
              <a:t>assigns an input to one of three or more possible classes.</a:t>
            </a:r>
            <a:r>
              <a:rPr lang="en">
                <a:solidFill>
                  <a:schemeClr val="dk1"/>
                </a:solidFill>
              </a:rPr>
              <a:t> Unlike binary classification, which deals with only two classes, multiclass classification handles multiple categories, such as classifying images into different animals (e.g., cat, dog, bird). The model predicts </a:t>
            </a:r>
            <a:r>
              <a:rPr lang="en">
                <a:solidFill>
                  <a:schemeClr val="dk1"/>
                </a:solidFill>
                <a:highlight>
                  <a:schemeClr val="accent4"/>
                </a:highlight>
              </a:rPr>
              <a:t>one</a:t>
            </a:r>
            <a:r>
              <a:rPr lang="en">
                <a:solidFill>
                  <a:schemeClr val="dk1"/>
                </a:solidFill>
              </a:rPr>
              <a:t> class out of many based on the input features.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Multilabel Classification</a:t>
            </a:r>
            <a:r>
              <a:rPr lang="en">
                <a:solidFill>
                  <a:schemeClr val="dk1"/>
                </a:solidFill>
              </a:rPr>
              <a:t> is a type of classification where each </a:t>
            </a:r>
            <a:r>
              <a:rPr lang="en">
                <a:solidFill>
                  <a:schemeClr val="dk1"/>
                </a:solidFill>
                <a:highlight>
                  <a:schemeClr val="accent4"/>
                </a:highlight>
              </a:rPr>
              <a:t>input can be assigned </a:t>
            </a:r>
            <a:r>
              <a:rPr b="1" lang="en">
                <a:solidFill>
                  <a:schemeClr val="dk1"/>
                </a:solidFill>
                <a:highlight>
                  <a:schemeClr val="accent4"/>
                </a:highlight>
              </a:rPr>
              <a:t>multiple labels</a:t>
            </a:r>
            <a:r>
              <a:rPr lang="en">
                <a:solidFill>
                  <a:schemeClr val="dk1"/>
                </a:solidFill>
                <a:highlight>
                  <a:schemeClr val="accent4"/>
                </a:highlight>
              </a:rPr>
              <a:t> simultaneously.</a:t>
            </a:r>
            <a:r>
              <a:rPr lang="en">
                <a:solidFill>
                  <a:schemeClr val="dk1"/>
                </a:solidFill>
              </a:rPr>
              <a:t> Unlike multiclass classification, where each input is associated with only one class, multilabel classification </a:t>
            </a:r>
            <a:r>
              <a:rPr lang="en">
                <a:solidFill>
                  <a:schemeClr val="dk1"/>
                </a:solidFill>
                <a:highlight>
                  <a:schemeClr val="accent4"/>
                </a:highlight>
              </a:rPr>
              <a:t>allows an input to belong to more than one class at the same time.</a:t>
            </a:r>
            <a:r>
              <a:rPr lang="en">
                <a:solidFill>
                  <a:schemeClr val="dk1"/>
                </a:solidFill>
              </a:rPr>
              <a:t> An example is tagging a photo with multiple objects (e.g., a single image might be labeled as "cat," "dog," and "tree").</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Here’s a concise comparison between </a:t>
            </a:r>
            <a:r>
              <a:rPr b="1" lang="en">
                <a:solidFill>
                  <a:schemeClr val="dk1"/>
                </a:solidFill>
              </a:rPr>
              <a:t>Multiclass</a:t>
            </a:r>
            <a:r>
              <a:rPr lang="en">
                <a:solidFill>
                  <a:schemeClr val="dk1"/>
                </a:solidFill>
              </a:rPr>
              <a:t> and </a:t>
            </a:r>
            <a:r>
              <a:rPr b="1" lang="en">
                <a:solidFill>
                  <a:schemeClr val="dk1"/>
                </a:solidFill>
              </a:rPr>
              <a:t>Multilabel Classification</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Multiclass Classification</a:t>
            </a:r>
            <a:r>
              <a:rPr lang="en">
                <a:solidFill>
                  <a:schemeClr val="dk1"/>
                </a:solidFill>
              </a:rPr>
              <a:t>: In this scenario, each input is assigned to </a:t>
            </a:r>
            <a:r>
              <a:rPr b="1" lang="en">
                <a:solidFill>
                  <a:schemeClr val="dk1"/>
                </a:solidFill>
                <a:highlight>
                  <a:schemeClr val="accent4"/>
                </a:highlight>
              </a:rPr>
              <a:t>one</a:t>
            </a:r>
            <a:r>
              <a:rPr lang="en">
                <a:solidFill>
                  <a:schemeClr val="dk1"/>
                </a:solidFill>
              </a:rPr>
              <a:t> class from multiple possible classes. For example, an email can be classified as either "Spam" or "Not Spam," but not both. Each input has a single label.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Multilabel Classification</a:t>
            </a:r>
            <a:r>
              <a:rPr lang="en">
                <a:solidFill>
                  <a:schemeClr val="dk1"/>
                </a:solidFill>
              </a:rPr>
              <a:t>: In this case, each input can be assigned to </a:t>
            </a:r>
            <a:r>
              <a:rPr b="1" lang="en">
                <a:solidFill>
                  <a:schemeClr val="dk1"/>
                </a:solidFill>
                <a:highlight>
                  <a:schemeClr val="accent4"/>
                </a:highlight>
              </a:rPr>
              <a:t>multiple</a:t>
            </a:r>
            <a:r>
              <a:rPr lang="en">
                <a:solidFill>
                  <a:schemeClr val="dk1"/>
                </a:solidFill>
              </a:rPr>
              <a:t> classes simultaneously. For example, a news article can be tagged as both "Politics" and "Economics." Each input can have more than one label.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short, multiclass deals with one label per input, while multilabel allows multiple labels per input.</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41b48f7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341b48f7c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b="1" lang="en">
                <a:solidFill>
                  <a:schemeClr val="dk1"/>
                </a:solidFill>
              </a:rPr>
              <a:t>What is Multioutput Classification?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Multioutput Classification</a:t>
            </a:r>
            <a:r>
              <a:rPr lang="en">
                <a:solidFill>
                  <a:schemeClr val="dk1"/>
                </a:solidFill>
              </a:rPr>
              <a:t> is a type of classification where the model predicts </a:t>
            </a:r>
            <a:r>
              <a:rPr b="1" lang="en">
                <a:solidFill>
                  <a:schemeClr val="dk1"/>
                </a:solidFill>
                <a:highlight>
                  <a:schemeClr val="accent4"/>
                </a:highlight>
              </a:rPr>
              <a:t>multiple target variables</a:t>
            </a:r>
            <a:r>
              <a:rPr lang="en">
                <a:solidFill>
                  <a:schemeClr val="dk1"/>
                </a:solidFill>
                <a:highlight>
                  <a:schemeClr val="accent4"/>
                </a:highlight>
              </a:rPr>
              <a:t> (outputs) simultaneously.</a:t>
            </a:r>
            <a:r>
              <a:rPr lang="en">
                <a:solidFill>
                  <a:schemeClr val="dk1"/>
                </a:solidFill>
              </a:rPr>
              <a:t> Unlike multilabel classification, which assigns multiple labels to a single output, multioutput classification involves </a:t>
            </a:r>
            <a:r>
              <a:rPr lang="en">
                <a:solidFill>
                  <a:schemeClr val="dk1"/>
                </a:solidFill>
                <a:highlight>
                  <a:schemeClr val="accent4"/>
                </a:highlight>
              </a:rPr>
              <a:t>predicting multiple outputs for each input. Each output can have its own set of possible classes.</a:t>
            </a:r>
            <a:endParaRPr>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 in predicting the weather, you could predict both the type of precipitation (rain, snow, etc.) and the temperature category (cold, warm, hot) at the same time.</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Insufficient Quantity of Training Data</a:t>
            </a:r>
            <a:r>
              <a:rPr lang="en">
                <a:solidFill>
                  <a:schemeClr val="dk1"/>
                </a:solidFill>
              </a:rPr>
              <a:t> refers to a situation where </a:t>
            </a:r>
            <a:r>
              <a:rPr lang="en">
                <a:solidFill>
                  <a:schemeClr val="dk1"/>
                </a:solidFill>
                <a:highlight>
                  <a:schemeClr val="accent4"/>
                </a:highlight>
              </a:rPr>
              <a:t>there is not enough data to train a machine learning model effectively.</a:t>
            </a:r>
            <a:r>
              <a:rPr lang="en">
                <a:solidFill>
                  <a:schemeClr val="dk1"/>
                </a:solidFill>
              </a:rPr>
              <a:t> When the training data is limited, the model may </a:t>
            </a:r>
            <a:r>
              <a:rPr lang="en">
                <a:solidFill>
                  <a:schemeClr val="dk1"/>
                </a:solidFill>
                <a:highlight>
                  <a:schemeClr val="accent4"/>
                </a:highlight>
              </a:rPr>
              <a:t>struggle to learn meaningful patterns</a:t>
            </a:r>
            <a:r>
              <a:rPr lang="en">
                <a:solidFill>
                  <a:schemeClr val="dk1"/>
                </a:solidFill>
              </a:rPr>
              <a:t>, leading to poor generalization on unseen data. More training data is usually needed to improve the model's performance and ensure it captures the underlying relationships in the data.</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Nonrepresentative Training Data</a:t>
            </a:r>
            <a:r>
              <a:rPr lang="en">
                <a:solidFill>
                  <a:schemeClr val="dk1"/>
                </a:solidFill>
              </a:rPr>
              <a:t> refers to </a:t>
            </a:r>
            <a:r>
              <a:rPr lang="en">
                <a:solidFill>
                  <a:schemeClr val="dk1"/>
                </a:solidFill>
                <a:highlight>
                  <a:schemeClr val="accent4"/>
                </a:highlight>
              </a:rPr>
              <a:t>training data that does not accurately reflect the broader population or real-world scenarios the model will encounter.</a:t>
            </a:r>
            <a:r>
              <a:rPr lang="en">
                <a:solidFill>
                  <a:schemeClr val="dk1"/>
                </a:solidFill>
              </a:rPr>
              <a:t> If the data is biased or lacks diversity, the model may </a:t>
            </a:r>
            <a:r>
              <a:rPr lang="en">
                <a:solidFill>
                  <a:schemeClr val="dk1"/>
                </a:solidFill>
                <a:highlight>
                  <a:schemeClr val="accent4"/>
                </a:highlight>
              </a:rPr>
              <a:t>learn incorrect or incomplete patterns</a:t>
            </a:r>
            <a:r>
              <a:rPr lang="en">
                <a:solidFill>
                  <a:schemeClr val="dk1"/>
                </a:solidFill>
              </a:rPr>
              <a:t>, leading to poor generalization and biased predictions. Ensuring a representative and diverse dataset is crucial for building a robust machine learning model.</a:t>
            </a:r>
            <a:endParaRPr>
              <a:solidFill>
                <a:schemeClr val="dk1"/>
              </a:solidFill>
            </a:endParaRPr>
          </a:p>
          <a:p>
            <a:pPr indent="0" lvl="0" marL="0" rtl="0" algn="l">
              <a:lnSpc>
                <a:spcPct val="100000"/>
              </a:lnSpc>
              <a:spcBef>
                <a:spcPts val="1200"/>
              </a:spcBef>
              <a:spcAft>
                <a:spcPts val="0"/>
              </a:spcAft>
              <a:buSzPts val="1100"/>
              <a:buNone/>
            </a:pPr>
            <a:r>
              <a:t/>
            </a:r>
            <a:endParaRPr b="1">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65e6b96d2_0_3:notes"/>
          <p:cNvSpPr txBox="1"/>
          <p:nvPr>
            <p:ph idx="1" type="body"/>
          </p:nvPr>
        </p:nvSpPr>
        <p:spPr>
          <a:xfrm>
            <a:off x="685792" y="434339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The Problem: Class imbalance occurs when one class is significantly more frequent than others (e.g., 99.99% normal transactions vs. 0.01% fraud). This is very common in real-world applications like fraud detection, disease screening, and churn prediction,.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Why it Matters: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 Insufficient Signal: The model sees so few examples of the minority class that it treats them as noise or errors rather than a pattern to learn.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 The Accuracy Trap: A model can achieve 99.99% accuracy by simply predicting the majority class every time, but this heuristic is useless. Standard metrics like accuracy are often misleading here; precision, recall, and F1 score are better indicators,.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 Asymmetric Costs: The cost of missing a positive case (e.g., failing to detect cancer) is often much higher than a false alarm, but standard loss functions treat them equally.</a:t>
            </a:r>
            <a:endParaRPr>
              <a:solidFill>
                <a:schemeClr val="dk1"/>
              </a:solidFill>
            </a:endParaRPr>
          </a:p>
          <a:p>
            <a:pPr indent="0" lvl="0" marL="0" rtl="0" algn="l">
              <a:spcBef>
                <a:spcPts val="0"/>
              </a:spcBef>
              <a:spcAft>
                <a:spcPts val="0"/>
              </a:spcAft>
              <a:buNone/>
            </a:pPr>
            <a:r>
              <a:t/>
            </a:r>
            <a:endParaRPr>
              <a:solidFill>
                <a:schemeClr val="dk1"/>
              </a:solidFill>
              <a:highlight>
                <a:schemeClr val="accent4"/>
              </a:highlight>
            </a:endParaRPr>
          </a:p>
          <a:p>
            <a:pPr indent="0" lvl="0" marL="0" rtl="0" algn="l">
              <a:spcBef>
                <a:spcPts val="0"/>
              </a:spcBef>
              <a:spcAft>
                <a:spcPts val="0"/>
              </a:spcAft>
              <a:buNone/>
            </a:pPr>
            <a:r>
              <a:rPr lang="en">
                <a:solidFill>
                  <a:schemeClr val="dk1"/>
                </a:solidFill>
                <a:highlight>
                  <a:schemeClr val="accent4"/>
                </a:highlight>
              </a:rPr>
              <a:t>class Imbalance in Regression</a:t>
            </a:r>
            <a:endParaRPr>
              <a:solidFill>
                <a:schemeClr val="dk1"/>
              </a:solidFill>
              <a:highlight>
                <a:schemeClr val="accent4"/>
              </a:highlight>
            </a:endParaRPr>
          </a:p>
          <a:p>
            <a:pPr indent="0" lvl="0" marL="0" rtl="0" algn="l">
              <a:spcBef>
                <a:spcPts val="0"/>
              </a:spcBef>
              <a:spcAft>
                <a:spcPts val="0"/>
              </a:spcAft>
              <a:buNone/>
            </a:pPr>
            <a:r>
              <a:rPr lang="en">
                <a:solidFill>
                  <a:schemeClr val="dk1"/>
                </a:solidFill>
              </a:rPr>
              <a:t>• The Concept: In regression, "imbalance" usually refers to the distribution of the continuous target variable being highly skewed. Most data points might cluster around a low median value, while a "long tail" of rare, extreme values exists at the high end.</a:t>
            </a:r>
            <a:endParaRPr>
              <a:solidFill>
                <a:schemeClr val="dk1"/>
              </a:solidFill>
            </a:endParaRPr>
          </a:p>
          <a:p>
            <a:pPr indent="0" lvl="0" marL="0" rtl="0" algn="l">
              <a:spcBef>
                <a:spcPts val="0"/>
              </a:spcBef>
              <a:spcAft>
                <a:spcPts val="0"/>
              </a:spcAft>
              <a:buNone/>
            </a:pPr>
            <a:r>
              <a:rPr lang="en">
                <a:solidFill>
                  <a:schemeClr val="dk1"/>
                </a:solidFill>
              </a:rPr>
              <a:t>• Real-World Example (Healthcare Bills): The book uses the example of predicting healthcare bills.</a:t>
            </a:r>
            <a:endParaRPr>
              <a:solidFill>
                <a:schemeClr val="dk1"/>
              </a:solidFill>
            </a:endParaRPr>
          </a:p>
          <a:p>
            <a:pPr indent="0" lvl="0" marL="0" rtl="0" algn="l">
              <a:spcBef>
                <a:spcPts val="0"/>
              </a:spcBef>
              <a:spcAft>
                <a:spcPts val="0"/>
              </a:spcAft>
              <a:buNone/>
            </a:pPr>
            <a:r>
              <a:rPr lang="en">
                <a:solidFill>
                  <a:schemeClr val="dk1"/>
                </a:solidFill>
              </a:rPr>
              <a:t>    ◦ Most bills are relatively low (the majority class equivalent).</a:t>
            </a:r>
            <a:endParaRPr>
              <a:solidFill>
                <a:schemeClr val="dk1"/>
              </a:solidFill>
            </a:endParaRPr>
          </a:p>
          <a:p>
            <a:pPr indent="0" lvl="0" marL="0" rtl="0" algn="l">
              <a:spcBef>
                <a:spcPts val="0"/>
              </a:spcBef>
              <a:spcAft>
                <a:spcPts val="0"/>
              </a:spcAft>
              <a:buNone/>
            </a:pPr>
            <a:r>
              <a:rPr lang="en">
                <a:solidFill>
                  <a:schemeClr val="dk1"/>
                </a:solidFill>
              </a:rPr>
              <a:t>    ◦ The 95th percentile bills are astronomical (the minority class equivalent).</a:t>
            </a:r>
            <a:endParaRPr>
              <a:solidFill>
                <a:schemeClr val="dk1"/>
              </a:solidFill>
            </a:endParaRPr>
          </a:p>
          <a:p>
            <a:pPr indent="0" lvl="0" marL="0" rtl="0" algn="l">
              <a:spcBef>
                <a:spcPts val="0"/>
              </a:spcBef>
              <a:spcAft>
                <a:spcPts val="0"/>
              </a:spcAft>
              <a:buNone/>
            </a:pPr>
            <a:r>
              <a:rPr lang="en">
                <a:solidFill>
                  <a:schemeClr val="dk1"/>
                </a:solidFill>
              </a:rPr>
              <a:t>• Why It Matters:</a:t>
            </a:r>
            <a:endParaRPr>
              <a:solidFill>
                <a:schemeClr val="dk1"/>
              </a:solidFill>
            </a:endParaRPr>
          </a:p>
          <a:p>
            <a:pPr indent="0" lvl="0" marL="0" rtl="0" algn="l">
              <a:spcBef>
                <a:spcPts val="0"/>
              </a:spcBef>
              <a:spcAft>
                <a:spcPts val="0"/>
              </a:spcAft>
              <a:buNone/>
            </a:pPr>
            <a:r>
              <a:rPr lang="en">
                <a:solidFill>
                  <a:schemeClr val="dk1"/>
                </a:solidFill>
              </a:rPr>
              <a:t>    ◦ Asymmetric Impact of Error: A standard model might minimize the average error, performing well on cheap bills but failing on expensive ones. However, the cost of error is often asymmetric. Being off by 100% on a $250 bill (predicting $500) is annoying but manageable. Being off by 100% on a $10,000 bill (predicting $20,000) is a financial disaster.</a:t>
            </a:r>
            <a:endParaRPr>
              <a:solidFill>
                <a:schemeClr val="dk1"/>
              </a:solidFill>
            </a:endParaRPr>
          </a:p>
          <a:p>
            <a:pPr indent="0" lvl="0" marL="0" rtl="0" algn="l">
              <a:spcBef>
                <a:spcPts val="0"/>
              </a:spcBef>
              <a:spcAft>
                <a:spcPts val="0"/>
              </a:spcAft>
              <a:buNone/>
            </a:pPr>
            <a:r>
              <a:rPr lang="en">
                <a:solidFill>
                  <a:schemeClr val="dk1"/>
                </a:solidFill>
              </a:rPr>
              <a:t>• The Solution: You may need to train the model specifically to be better at predicting the high-value tail (e.g., the 95th percentile) rather than the median, even if this reduces overall accuracy metrics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195" name="Google Shape;195;g3c65e6b96d2_0_3:notes"/>
          <p:cNvSpPr/>
          <p:nvPr>
            <p:ph idx="2" type="sldImg"/>
          </p:nvPr>
        </p:nvSpPr>
        <p:spPr>
          <a:xfrm>
            <a:off x="1160944" y="685781"/>
            <a:ext cx="4536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65e6b96d2_0_13:notes"/>
          <p:cNvSpPr txBox="1"/>
          <p:nvPr>
            <p:ph idx="1" type="body"/>
          </p:nvPr>
        </p:nvSpPr>
        <p:spPr>
          <a:xfrm>
            <a:off x="685792" y="434339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Not All Missing Data is Equal: It is crucial to understand why data is missing before fixing it.</a:t>
            </a:r>
            <a:endParaRPr/>
          </a:p>
          <a:p>
            <a:pPr indent="0" lvl="0" marL="0" rtl="0" algn="l">
              <a:spcBef>
                <a:spcPts val="0"/>
              </a:spcBef>
              <a:spcAft>
                <a:spcPts val="0"/>
              </a:spcAft>
              <a:buClr>
                <a:schemeClr val="dk1"/>
              </a:buClr>
              <a:buSzPts val="1100"/>
              <a:buFont typeface="Arial"/>
              <a:buNone/>
            </a:pPr>
            <a:r>
              <a:rPr lang="en"/>
              <a:t>    ◦ Missing Not At Random (MNAR): The value is missing because of the value itself. For example, people with very high incomes might intentionally leave the "income" field blank. This is dangerous because dropping these rows removes a specific slice of the population, introducing bias.</a:t>
            </a:r>
            <a:endParaRPr/>
          </a:p>
          <a:p>
            <a:pPr indent="0" lvl="0" marL="0" rtl="0" algn="l">
              <a:spcBef>
                <a:spcPts val="0"/>
              </a:spcBef>
              <a:spcAft>
                <a:spcPts val="0"/>
              </a:spcAft>
              <a:buClr>
                <a:schemeClr val="dk1"/>
              </a:buClr>
              <a:buSzPts val="1100"/>
              <a:buFont typeface="Arial"/>
              <a:buNone/>
            </a:pPr>
            <a:r>
              <a:rPr lang="en"/>
              <a:t>    ◦ Missing At Random (MAR): The missing value depends on another observed variable. For instance, if people of a certain gender are less likely to disclose their age, the missingness is systematic but conditional on gender.</a:t>
            </a:r>
            <a:endParaRPr/>
          </a:p>
          <a:p>
            <a:pPr indent="0" lvl="0" marL="0" rtl="0" algn="l">
              <a:spcBef>
                <a:spcPts val="0"/>
              </a:spcBef>
              <a:spcAft>
                <a:spcPts val="0"/>
              </a:spcAft>
              <a:buNone/>
            </a:pPr>
            <a:r>
              <a:rPr lang="en"/>
              <a:t>    ◦ Missing Completely At Random (MCAR): There is no pattern to the missing data (e.g., a sensor glitch or a user simply forgot). This is rare but the easiest to handle.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MNAR example (Income): The missingness depends on the missing value itself. High-income earners hide their income because it is high. </a:t>
            </a:r>
            <a:r>
              <a:rPr lang="en">
                <a:highlight>
                  <a:schemeClr val="accent4"/>
                </a:highlight>
              </a:rPr>
              <a:t>You cannot see the "Income" value for these rows, so the reason for the omission is hidden from you. This is dangerous</a:t>
            </a:r>
            <a:r>
              <a:rPr lang="en"/>
              <a:t> because you are systematically losing a specific slice of your population (high earners), creating a biased dataset where the average income will likely be lower than reality.</a:t>
            </a:r>
            <a:endParaRPr/>
          </a:p>
          <a:p>
            <a:pPr indent="0" lvl="0" marL="0" rtl="0" algn="l">
              <a:spcBef>
                <a:spcPts val="0"/>
              </a:spcBef>
              <a:spcAft>
                <a:spcPts val="0"/>
              </a:spcAft>
              <a:buNone/>
            </a:pPr>
            <a:r>
              <a:rPr lang="en"/>
              <a:t>• In the MAR example (Age): The missingness depends on another observed variable. The "Age" is missing not because the person is necessarily old or young, but because of their Gender (e.g., "people of gender A... don't like disclosing their age"). </a:t>
            </a:r>
            <a:r>
              <a:rPr lang="en">
                <a:highlight>
                  <a:schemeClr val="accent4"/>
                </a:highlight>
              </a:rPr>
              <a:t>Because you can see the "Gender" column in your dataset, you can observe the pattern that explains why "Age" is missing. This makes it easier to handle than MNAR because the relationship explains the missingness using data you actually have</a:t>
            </a:r>
            <a:endParaRPr>
              <a:highlight>
                <a:schemeClr val="accent4"/>
              </a:highlight>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Handling Strategies:</a:t>
            </a:r>
            <a:endParaRPr/>
          </a:p>
          <a:p>
            <a:pPr indent="0" lvl="0" marL="0" rtl="0" algn="l">
              <a:spcBef>
                <a:spcPts val="0"/>
              </a:spcBef>
              <a:spcAft>
                <a:spcPts val="0"/>
              </a:spcAft>
              <a:buClr>
                <a:schemeClr val="dk1"/>
              </a:buClr>
              <a:buSzPts val="1100"/>
              <a:buFont typeface="Arial"/>
              <a:buNone/>
            </a:pPr>
            <a:r>
              <a:rPr lang="en"/>
              <a:t>    ◦ Deletion: You can remove rows or columns, but this risks losing critical information, especially if the data is not MCAR.</a:t>
            </a:r>
            <a:endParaRPr/>
          </a:p>
          <a:p>
            <a:pPr indent="0" lvl="0" marL="0" rtl="0" algn="l">
              <a:spcBef>
                <a:spcPts val="0"/>
              </a:spcBef>
              <a:spcAft>
                <a:spcPts val="0"/>
              </a:spcAft>
              <a:buClr>
                <a:schemeClr val="dk1"/>
              </a:buClr>
              <a:buSzPts val="1100"/>
              <a:buFont typeface="Arial"/>
              <a:buNone/>
            </a:pPr>
            <a:r>
              <a:rPr lang="en"/>
              <a:t>    ◦ Imputation: Filling in values with the mean, median, or a default value. Be careful not to fill with a "possible" value (like filling missing "number of children" with 0), as this can confuse the model between "unknown" and "actually zer</a:t>
            </a:r>
            <a:endParaRPr/>
          </a:p>
          <a:p>
            <a:pPr indent="0" lvl="0" marL="0" rtl="0" algn="l">
              <a:spcBef>
                <a:spcPts val="0"/>
              </a:spcBef>
              <a:spcAft>
                <a:spcPts val="0"/>
              </a:spcAft>
              <a:buNone/>
            </a:pPr>
            <a:r>
              <a:t/>
            </a:r>
            <a:endParaRPr/>
          </a:p>
        </p:txBody>
      </p:sp>
      <p:sp>
        <p:nvSpPr>
          <p:cNvPr id="203" name="Google Shape;203;g3c65e6b96d2_0_13:notes"/>
          <p:cNvSpPr/>
          <p:nvPr>
            <p:ph idx="2" type="sldImg"/>
          </p:nvPr>
        </p:nvSpPr>
        <p:spPr>
          <a:xfrm>
            <a:off x="1160944" y="685781"/>
            <a:ext cx="4536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b="1" lang="en">
                <a:solidFill>
                  <a:schemeClr val="dk1"/>
                </a:solidFill>
              </a:rPr>
              <a:t>Poor-Quality Data</a:t>
            </a:r>
            <a:r>
              <a:rPr lang="en">
                <a:solidFill>
                  <a:schemeClr val="dk1"/>
                </a:solidFill>
              </a:rPr>
              <a:t> refers to data that contains issues such as </a:t>
            </a:r>
            <a:r>
              <a:rPr lang="en">
                <a:solidFill>
                  <a:schemeClr val="dk1"/>
                </a:solidFill>
                <a:highlight>
                  <a:schemeClr val="accent4"/>
                </a:highlight>
              </a:rPr>
              <a:t>missing values, incorrect entries, noise, duplicates, or inconsistencies.</a:t>
            </a:r>
            <a:r>
              <a:rPr lang="en">
                <a:solidFill>
                  <a:schemeClr val="dk1"/>
                </a:solidFill>
              </a:rPr>
              <a:t> Training a machine learning model on poor-quality data can </a:t>
            </a:r>
            <a:r>
              <a:rPr lang="en">
                <a:solidFill>
                  <a:schemeClr val="dk1"/>
                </a:solidFill>
                <a:highlight>
                  <a:schemeClr val="accent4"/>
                </a:highlight>
              </a:rPr>
              <a:t>lead to inaccurate predictions</a:t>
            </a:r>
            <a:r>
              <a:rPr lang="en">
                <a:solidFill>
                  <a:schemeClr val="dk1"/>
                </a:solidFill>
              </a:rPr>
              <a:t> and poor model performance. The model may </a:t>
            </a:r>
            <a:r>
              <a:rPr lang="en">
                <a:solidFill>
                  <a:schemeClr val="dk1"/>
                </a:solidFill>
                <a:highlight>
                  <a:schemeClr val="accent4"/>
                </a:highlight>
              </a:rPr>
              <a:t>learn irrelevant patterns</a:t>
            </a:r>
            <a:r>
              <a:rPr lang="en">
                <a:solidFill>
                  <a:schemeClr val="dk1"/>
                </a:solidFill>
              </a:rPr>
              <a:t> or be misled by errors. As the saying goes, </a:t>
            </a:r>
            <a:r>
              <a:rPr b="1" lang="en">
                <a:solidFill>
                  <a:schemeClr val="dk1"/>
                </a:solidFill>
                <a:highlight>
                  <a:schemeClr val="accent4"/>
                </a:highlight>
              </a:rPr>
              <a:t>"garbage in, garbage out"</a:t>
            </a:r>
            <a:r>
              <a:rPr lang="en">
                <a:solidFill>
                  <a:schemeClr val="dk1"/>
                </a:solidFill>
              </a:rPr>
              <a:t>—to improve model outcomes, </a:t>
            </a:r>
            <a:r>
              <a:rPr lang="en">
                <a:solidFill>
                  <a:schemeClr val="dk1"/>
                </a:solidFill>
                <a:highlight>
                  <a:schemeClr val="accent4"/>
                </a:highlight>
              </a:rPr>
              <a:t>data cleaning and preprocessin</a:t>
            </a:r>
            <a:r>
              <a:rPr lang="en">
                <a:solidFill>
                  <a:schemeClr val="dk1"/>
                </a:solidFill>
              </a:rPr>
              <a:t>g steps are essential to correct or remove poor-quality data and ensure that the model learns from accurate, reliable information.</a:t>
            </a:r>
            <a:endParaRPr>
              <a:solidFill>
                <a:schemeClr val="dk1"/>
              </a:solidFill>
            </a:endParaRPr>
          </a:p>
          <a:p>
            <a:pPr indent="0" lvl="0" marL="0" rtl="0" algn="l">
              <a:lnSpc>
                <a:spcPct val="100000"/>
              </a:lnSpc>
              <a:spcBef>
                <a:spcPts val="1200"/>
              </a:spcBef>
              <a:spcAft>
                <a:spcPts val="0"/>
              </a:spcAft>
              <a:buSzPts val="1100"/>
              <a:buNone/>
            </a:pPr>
            <a:r>
              <a:t/>
            </a:r>
            <a:endParaRPr b="1">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b="1" lang="en">
                <a:solidFill>
                  <a:schemeClr val="dk1"/>
                </a:solidFill>
              </a:rPr>
              <a:t>What is Irrelevant Features?</a:t>
            </a:r>
            <a:endParaRPr b="1">
              <a:solidFill>
                <a:schemeClr val="dk1"/>
              </a:solidFill>
            </a:endParaRPr>
          </a:p>
          <a:p>
            <a:pPr indent="0" lvl="0" marL="0" rtl="0" algn="l">
              <a:lnSpc>
                <a:spcPct val="115000"/>
              </a:lnSpc>
              <a:spcBef>
                <a:spcPts val="1200"/>
              </a:spcBef>
              <a:spcAft>
                <a:spcPts val="1200"/>
              </a:spcAft>
              <a:buSzPts val="1100"/>
              <a:buNone/>
            </a:pPr>
            <a:r>
              <a:rPr b="1" lang="en">
                <a:solidFill>
                  <a:schemeClr val="dk1"/>
                </a:solidFill>
              </a:rPr>
              <a:t>Irrelevant Features</a:t>
            </a:r>
            <a:r>
              <a:rPr lang="en">
                <a:solidFill>
                  <a:schemeClr val="dk1"/>
                </a:solidFill>
              </a:rPr>
              <a:t> are input variables (features) in a dataset that </a:t>
            </a:r>
            <a:r>
              <a:rPr lang="en">
                <a:solidFill>
                  <a:schemeClr val="dk1"/>
                </a:solidFill>
                <a:highlight>
                  <a:schemeClr val="accent4"/>
                </a:highlight>
              </a:rPr>
              <a:t>do not have any meaningful relationship with the target</a:t>
            </a:r>
            <a:r>
              <a:rPr lang="en">
                <a:solidFill>
                  <a:schemeClr val="dk1"/>
                </a:solidFill>
              </a:rPr>
              <a:t> variable (output). Including irrelevant features can confuse the model, leading to poor performance, as the model may learn patterns that don't generalize well.</a:t>
            </a:r>
            <a:endParaRPr b="1">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Overfitting (OF):</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Causes: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highlight>
                  <a:schemeClr val="accent4"/>
                </a:highlight>
              </a:rPr>
              <a:t>Model is too complex</a:t>
            </a:r>
            <a:r>
              <a:rPr lang="en">
                <a:solidFill>
                  <a:schemeClr val="dk1"/>
                </a:solidFill>
              </a:rPr>
              <a:t> (e.g., too </a:t>
            </a:r>
            <a:r>
              <a:rPr lang="en">
                <a:solidFill>
                  <a:schemeClr val="dk1"/>
                </a:solidFill>
                <a:highlight>
                  <a:schemeClr val="accent4"/>
                </a:highlight>
              </a:rPr>
              <a:t>many features</a:t>
            </a:r>
            <a:r>
              <a:rPr lang="en">
                <a:solidFill>
                  <a:schemeClr val="dk1"/>
                </a:solidFill>
              </a:rPr>
              <a:t>, deep models).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Model learns </a:t>
            </a:r>
            <a:r>
              <a:rPr b="1" lang="en">
                <a:solidFill>
                  <a:schemeClr val="dk1"/>
                </a:solidFill>
                <a:highlight>
                  <a:schemeClr val="accent4"/>
                </a:highlight>
              </a:rPr>
              <a:t>noise</a:t>
            </a:r>
            <a:r>
              <a:rPr lang="en">
                <a:solidFill>
                  <a:schemeClr val="dk1"/>
                </a:solidFill>
              </a:rPr>
              <a:t> and specific patterns in the training data.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Insufficient training data</a:t>
            </a:r>
            <a:r>
              <a:rPr lang="en">
                <a:solidFill>
                  <a:schemeClr val="dk1"/>
                </a:solidFill>
              </a:rPr>
              <a:t> for a complex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Solutions: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highlight>
                  <a:schemeClr val="accent4"/>
                </a:highlight>
              </a:rPr>
              <a:t>Simplify the mode</a:t>
            </a:r>
            <a:r>
              <a:rPr b="1" lang="en">
                <a:solidFill>
                  <a:schemeClr val="dk1"/>
                </a:solidFill>
              </a:rPr>
              <a:t>l</a:t>
            </a:r>
            <a:r>
              <a:rPr lang="en">
                <a:solidFill>
                  <a:schemeClr val="dk1"/>
                </a:solidFill>
              </a:rPr>
              <a:t> (e.g., </a:t>
            </a:r>
            <a:r>
              <a:rPr lang="en">
                <a:solidFill>
                  <a:schemeClr val="dk1"/>
                </a:solidFill>
                <a:highlight>
                  <a:schemeClr val="accent4"/>
                </a:highlight>
              </a:rPr>
              <a:t>reduce features</a:t>
            </a:r>
            <a:r>
              <a:rPr lang="en">
                <a:solidFill>
                  <a:schemeClr val="dk1"/>
                </a:solidFill>
              </a:rPr>
              <a:t> or model complexity).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Regularization</a:t>
            </a:r>
            <a:r>
              <a:rPr lang="en">
                <a:solidFill>
                  <a:schemeClr val="dk1"/>
                </a:solidFill>
              </a:rPr>
              <a:t> (L1/L2 regularization to penalize large coefficients).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Increase training data</a:t>
            </a:r>
            <a:r>
              <a:rPr lang="en">
                <a:solidFill>
                  <a:schemeClr val="dk1"/>
                </a:solidFill>
              </a:rPr>
              <a:t> if possible.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Reduce the noise.</a:t>
            </a:r>
            <a:endParaRPr b="1">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Underfitting (UF):</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Causes: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highlight>
                  <a:schemeClr val="accent4"/>
                </a:highlight>
              </a:rPr>
              <a:t>Model is too simple</a:t>
            </a:r>
            <a:r>
              <a:rPr lang="en">
                <a:solidFill>
                  <a:schemeClr val="dk1"/>
                </a:solidFill>
              </a:rPr>
              <a:t> (e.g., </a:t>
            </a:r>
            <a:r>
              <a:rPr lang="en">
                <a:solidFill>
                  <a:schemeClr val="dk1"/>
                </a:solidFill>
                <a:highlight>
                  <a:schemeClr val="accent4"/>
                </a:highlight>
              </a:rPr>
              <a:t>not enough features</a:t>
            </a:r>
            <a:r>
              <a:rPr lang="en">
                <a:solidFill>
                  <a:schemeClr val="dk1"/>
                </a:solidFill>
              </a:rPr>
              <a:t>, shallow models).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Excessive regularization</a:t>
            </a:r>
            <a:r>
              <a:rPr lang="en">
                <a:solidFill>
                  <a:schemeClr val="dk1"/>
                </a:solidFill>
              </a:rPr>
              <a:t>, restricting the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Solutions: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highlight>
                  <a:schemeClr val="accent4"/>
                </a:highlight>
              </a:rPr>
              <a:t>Increase model complexity</a:t>
            </a:r>
            <a:r>
              <a:rPr lang="en">
                <a:solidFill>
                  <a:schemeClr val="dk1"/>
                </a:solidFill>
              </a:rPr>
              <a:t> (e.g., </a:t>
            </a:r>
            <a:r>
              <a:rPr lang="en">
                <a:solidFill>
                  <a:schemeClr val="dk1"/>
                </a:solidFill>
                <a:highlight>
                  <a:schemeClr val="accent4"/>
                </a:highlight>
              </a:rPr>
              <a:t>more features,</a:t>
            </a:r>
            <a:r>
              <a:rPr lang="en">
                <a:solidFill>
                  <a:schemeClr val="dk1"/>
                </a:solidFill>
              </a:rPr>
              <a:t> deeper models).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Feature engineering</a:t>
            </a:r>
            <a:r>
              <a:rPr lang="en">
                <a:solidFill>
                  <a:schemeClr val="dk1"/>
                </a:solidFill>
              </a:rPr>
              <a:t> to create more relevant features.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Reduce regularization</a:t>
            </a:r>
            <a:r>
              <a:rPr lang="en">
                <a:solidFill>
                  <a:schemeClr val="dk1"/>
                </a:solidFill>
              </a:rPr>
              <a:t> if it's too strong.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highlight>
                  <a:schemeClr val="accent4"/>
                </a:highlight>
              </a:rPr>
              <a:t>Improve training</a:t>
            </a:r>
            <a:r>
              <a:rPr lang="en">
                <a:solidFill>
                  <a:schemeClr val="dk1"/>
                </a:solidFill>
              </a:rPr>
              <a:t> (e.g., more iterations, better learning rate).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machine learning, we typically split the data into three sets: </a:t>
            </a:r>
            <a:r>
              <a:rPr b="1" lang="en">
                <a:solidFill>
                  <a:schemeClr val="dk1"/>
                </a:solidFill>
                <a:highlight>
                  <a:schemeClr val="accent4"/>
                </a:highlight>
              </a:rPr>
              <a:t>Training (Train)</a:t>
            </a:r>
            <a:r>
              <a:rPr lang="en">
                <a:solidFill>
                  <a:schemeClr val="dk1"/>
                </a:solidFill>
                <a:highlight>
                  <a:schemeClr val="accent4"/>
                </a:highlight>
              </a:rPr>
              <a:t>, </a:t>
            </a:r>
            <a:r>
              <a:rPr b="1" lang="en">
                <a:solidFill>
                  <a:schemeClr val="dk1"/>
                </a:solidFill>
                <a:highlight>
                  <a:schemeClr val="accent4"/>
                </a:highlight>
              </a:rPr>
              <a:t>Validation (Val)</a:t>
            </a:r>
            <a:r>
              <a:rPr lang="en">
                <a:solidFill>
                  <a:schemeClr val="dk1"/>
                </a:solidFill>
                <a:highlight>
                  <a:schemeClr val="accent4"/>
                </a:highlight>
              </a:rPr>
              <a:t>, and </a:t>
            </a:r>
            <a:r>
              <a:rPr b="1" lang="en">
                <a:solidFill>
                  <a:schemeClr val="dk1"/>
                </a:solidFill>
                <a:highlight>
                  <a:schemeClr val="accent4"/>
                </a:highlight>
              </a:rPr>
              <a:t>Test</a:t>
            </a:r>
            <a:r>
              <a:rPr lang="en">
                <a:solidFill>
                  <a:schemeClr val="dk1"/>
                </a:solidFill>
                <a:highlight>
                  <a:schemeClr val="accent4"/>
                </a:highlight>
              </a:rPr>
              <a:t> sets.</a:t>
            </a:r>
            <a:r>
              <a:rPr lang="en">
                <a:solidFill>
                  <a:schemeClr val="dk1"/>
                </a:solidFill>
              </a:rPr>
              <a:t> Each serves a different purpose to ensure the model generalizes well to unseen data. Here’s why we need them, explained through scenarios: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1. Training Set (Train):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Scenario</a:t>
            </a:r>
            <a:r>
              <a:rPr lang="en">
                <a:solidFill>
                  <a:schemeClr val="dk1"/>
                </a:solidFill>
              </a:rPr>
              <a:t>: You have a dataset of house prices, and you want your model to </a:t>
            </a:r>
            <a:r>
              <a:rPr lang="en">
                <a:solidFill>
                  <a:schemeClr val="dk1"/>
                </a:solidFill>
                <a:highlight>
                  <a:schemeClr val="accent4"/>
                </a:highlight>
              </a:rPr>
              <a:t>learn patterns</a:t>
            </a:r>
            <a:r>
              <a:rPr lang="en">
                <a:solidFill>
                  <a:schemeClr val="dk1"/>
                </a:solidFill>
              </a:rPr>
              <a:t>, such as the relationship between the number of rooms and the price.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Purpose</a:t>
            </a:r>
            <a:r>
              <a:rPr lang="en">
                <a:solidFill>
                  <a:schemeClr val="dk1"/>
                </a:solidFill>
              </a:rPr>
              <a:t>: The training set is used to </a:t>
            </a:r>
            <a:r>
              <a:rPr b="1" lang="en">
                <a:solidFill>
                  <a:schemeClr val="dk1"/>
                </a:solidFill>
                <a:highlight>
                  <a:schemeClr val="accent4"/>
                </a:highlight>
              </a:rPr>
              <a:t>train</a:t>
            </a:r>
            <a:r>
              <a:rPr lang="en">
                <a:solidFill>
                  <a:schemeClr val="dk1"/>
                </a:solidFill>
                <a:highlight>
                  <a:schemeClr val="accent4"/>
                </a:highlight>
              </a:rPr>
              <a:t> the model</a:t>
            </a:r>
            <a:r>
              <a:rPr lang="en">
                <a:solidFill>
                  <a:schemeClr val="dk1"/>
                </a:solidFill>
              </a:rPr>
              <a:t>, helping it learn the underlying patterns in the data. The model adjusts its parameters based on this 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Example</a:t>
            </a:r>
            <a:r>
              <a:rPr lang="en">
                <a:solidFill>
                  <a:schemeClr val="dk1"/>
                </a:solidFill>
              </a:rPr>
              <a:t>: The model sees houses with 2, 3, and 4 rooms and their prices and learns that more rooms often mean a higher price.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2. Validation Set (Val):</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Scenario</a:t>
            </a:r>
            <a:r>
              <a:rPr lang="en">
                <a:solidFill>
                  <a:schemeClr val="dk1"/>
                </a:solidFill>
              </a:rPr>
              <a:t>: You train your model, but you want to ensure that it’s </a:t>
            </a:r>
            <a:r>
              <a:rPr lang="en">
                <a:solidFill>
                  <a:schemeClr val="dk1"/>
                </a:solidFill>
                <a:highlight>
                  <a:schemeClr val="accent4"/>
                </a:highlight>
              </a:rPr>
              <a:t>not just memorizing the training data (overfitting)</a:t>
            </a:r>
            <a:r>
              <a:rPr lang="en">
                <a:solidFill>
                  <a:schemeClr val="dk1"/>
                </a:solidFill>
              </a:rPr>
              <a:t>. To do that, you use a validation set that the model has never seen during training.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Purpose</a:t>
            </a:r>
            <a:r>
              <a:rPr lang="en">
                <a:solidFill>
                  <a:schemeClr val="dk1"/>
                </a:solidFill>
              </a:rPr>
              <a:t>: The validation set helps in </a:t>
            </a:r>
            <a:r>
              <a:rPr b="1" lang="en">
                <a:solidFill>
                  <a:schemeClr val="dk1"/>
                </a:solidFill>
                <a:highlight>
                  <a:schemeClr val="accent4"/>
                </a:highlight>
              </a:rPr>
              <a:t>tuning hyperparameters</a:t>
            </a:r>
            <a:r>
              <a:rPr lang="en">
                <a:solidFill>
                  <a:schemeClr val="dk1"/>
                </a:solidFill>
              </a:rPr>
              <a:t> (like learning rate or regularization) and </a:t>
            </a:r>
            <a:r>
              <a:rPr b="1" lang="en">
                <a:solidFill>
                  <a:schemeClr val="dk1"/>
                </a:solidFill>
              </a:rPr>
              <a:t>monitoring model performance</a:t>
            </a:r>
            <a:r>
              <a:rPr lang="en">
                <a:solidFill>
                  <a:schemeClr val="dk1"/>
                </a:solidFill>
              </a:rPr>
              <a:t> during training. It allows you to check how well the model is generalizing without touching the test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Why We Need It</a:t>
            </a:r>
            <a:r>
              <a:rPr lang="en">
                <a:solidFill>
                  <a:schemeClr val="dk1"/>
                </a:solidFill>
              </a:rPr>
              <a:t>: Without a validation set, you might </a:t>
            </a:r>
            <a:r>
              <a:rPr lang="en">
                <a:solidFill>
                  <a:schemeClr val="dk1"/>
                </a:solidFill>
                <a:highlight>
                  <a:schemeClr val="accent4"/>
                </a:highlight>
              </a:rPr>
              <a:t>tweak your model based on its performance on the test set</a:t>
            </a:r>
            <a:r>
              <a:rPr lang="en">
                <a:solidFill>
                  <a:schemeClr val="dk1"/>
                </a:solidFill>
              </a:rPr>
              <a:t>, which means the test set is no longer an unseen, unbiased dataset. This can lead to </a:t>
            </a:r>
            <a:r>
              <a:rPr lang="en">
                <a:solidFill>
                  <a:schemeClr val="dk1"/>
                </a:solidFill>
                <a:highlight>
                  <a:schemeClr val="accent4"/>
                </a:highlight>
              </a:rPr>
              <a:t>overfitting to the test data</a:t>
            </a:r>
            <a:r>
              <a:rPr lang="en">
                <a:solidFill>
                  <a:schemeClr val="dk1"/>
                </a:solidFill>
              </a:rPr>
              <a:t> and give an unrealistic idea of the model’s performance on real-world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Example</a:t>
            </a:r>
            <a:r>
              <a:rPr lang="en">
                <a:solidFill>
                  <a:schemeClr val="dk1"/>
                </a:solidFill>
              </a:rPr>
              <a:t>: After training on houses with 2, 3, and 4 rooms, you check performance on the validation set with houses having 5 rooms. This helps you fine-tune your model before the final evaluation.</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3. Test Set: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Scenario</a:t>
            </a:r>
            <a:r>
              <a:rPr lang="en">
                <a:solidFill>
                  <a:schemeClr val="dk1"/>
                </a:solidFill>
              </a:rPr>
              <a:t>: After training and fine-tuning the model, you now want to </a:t>
            </a:r>
            <a:r>
              <a:rPr lang="en">
                <a:solidFill>
                  <a:schemeClr val="dk1"/>
                </a:solidFill>
                <a:highlight>
                  <a:schemeClr val="accent4"/>
                </a:highlight>
              </a:rPr>
              <a:t>evaluate how well it will perform on completely new, unseen data</a:t>
            </a:r>
            <a:r>
              <a:rPr lang="en">
                <a:solidFill>
                  <a:schemeClr val="dk1"/>
                </a:solidFill>
              </a:rPr>
              <a:t>, like future house listings.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Purpose</a:t>
            </a:r>
            <a:r>
              <a:rPr lang="en">
                <a:solidFill>
                  <a:schemeClr val="dk1"/>
                </a:solidFill>
              </a:rPr>
              <a:t>: The test set is the final set used to </a:t>
            </a:r>
            <a:r>
              <a:rPr b="1" lang="en">
                <a:solidFill>
                  <a:schemeClr val="dk1"/>
                </a:solidFill>
              </a:rPr>
              <a:t>evaluate the model's </a:t>
            </a:r>
            <a:r>
              <a:rPr b="1" lang="en">
                <a:solidFill>
                  <a:schemeClr val="dk1"/>
                </a:solidFill>
                <a:highlight>
                  <a:schemeClr val="accent4"/>
                </a:highlight>
              </a:rPr>
              <a:t>generalization performance</a:t>
            </a:r>
            <a:r>
              <a:rPr lang="en">
                <a:solidFill>
                  <a:schemeClr val="dk1"/>
                </a:solidFill>
                <a:highlight>
                  <a:schemeClr val="accent4"/>
                </a:highlight>
              </a:rPr>
              <a:t>.</a:t>
            </a:r>
            <a:r>
              <a:rPr lang="en">
                <a:solidFill>
                  <a:schemeClr val="dk1"/>
                </a:solidFill>
              </a:rPr>
              <a:t> The model does not see this data until the very end, ensuring an unbiased estimate of how well it will perform on real-world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Example</a:t>
            </a:r>
            <a:r>
              <a:rPr lang="en">
                <a:solidFill>
                  <a:schemeClr val="dk1"/>
                </a:solidFill>
              </a:rPr>
              <a:t>: You test the model on data with house prices it has never seen to ensure it predicts accurately, like houses in different neighborhoods.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Why the Validation Set is Critical:</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Scenario</a:t>
            </a:r>
            <a:r>
              <a:rPr lang="en">
                <a:solidFill>
                  <a:schemeClr val="dk1"/>
                </a:solidFill>
              </a:rPr>
              <a:t>: Without a validation set, you may unknowingly overfit to the test set by repeatedly tuning your model based on test performance. This leads to an overly optimistic estimate of how well your model will generalize.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Purpose</a:t>
            </a:r>
            <a:r>
              <a:rPr lang="en">
                <a:solidFill>
                  <a:schemeClr val="dk1"/>
                </a:solidFill>
              </a:rPr>
              <a:t>: The validation set acts as a “middleman” to monitor the model’s performance during training, allowing you to adjust the model’s hyperparameters (e.g., learning rate, regularization) and avoid overfitting before the final test.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Summary of the Purpose: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Train Set</a:t>
            </a:r>
            <a:r>
              <a:rPr lang="en">
                <a:solidFill>
                  <a:schemeClr val="dk1"/>
                </a:solidFill>
              </a:rPr>
              <a:t>: For the model to learn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Validation Set</a:t>
            </a:r>
            <a:r>
              <a:rPr lang="en">
                <a:solidFill>
                  <a:schemeClr val="dk1"/>
                </a:solidFill>
              </a:rPr>
              <a:t>: For tuning hyperparameters and checking generalization.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Test Set</a:t>
            </a:r>
            <a:r>
              <a:rPr lang="en">
                <a:solidFill>
                  <a:schemeClr val="dk1"/>
                </a:solidFill>
              </a:rPr>
              <a:t>: For final evaluation of model performance on unseen data.</a:t>
            </a:r>
            <a:endParaRPr b="1">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b="1">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Problems with Validation Set Size:</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Validation Set Too Small</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Problem</a:t>
            </a:r>
            <a:r>
              <a:rPr lang="en">
                <a:solidFill>
                  <a:schemeClr val="dk1"/>
                </a:solidFill>
              </a:rPr>
              <a:t>: If the validation set is too small, </a:t>
            </a:r>
            <a:r>
              <a:rPr lang="en">
                <a:solidFill>
                  <a:schemeClr val="dk1"/>
                </a:solidFill>
                <a:highlight>
                  <a:schemeClr val="accent4"/>
                </a:highlight>
              </a:rPr>
              <a:t>it may not represent the full variety of the data</a:t>
            </a:r>
            <a:r>
              <a:rPr lang="en">
                <a:solidFill>
                  <a:schemeClr val="dk1"/>
                </a:solidFill>
              </a:rPr>
              <a:t>. The model’s performance might look better or worse than it actually is, leading to unreliable hyperparameter tuning and an inaccurate estimate of generalization.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Effect</a:t>
            </a:r>
            <a:r>
              <a:rPr lang="en">
                <a:solidFill>
                  <a:schemeClr val="dk1"/>
                </a:solidFill>
              </a:rPr>
              <a:t>: The model could be optimized on a very specific subset of data, resulting in overfitting or underfitting when applied to new data.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Validation Set Too Big</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Problem</a:t>
            </a:r>
            <a:r>
              <a:rPr lang="en">
                <a:solidFill>
                  <a:schemeClr val="dk1"/>
                </a:solidFill>
              </a:rPr>
              <a:t>: If the validation set is too large, </a:t>
            </a:r>
            <a:r>
              <a:rPr lang="en">
                <a:solidFill>
                  <a:schemeClr val="dk1"/>
                </a:solidFill>
                <a:highlight>
                  <a:schemeClr val="accent4"/>
                </a:highlight>
              </a:rPr>
              <a:t>it reduces the size of the training set.</a:t>
            </a:r>
            <a:r>
              <a:rPr lang="en">
                <a:solidFill>
                  <a:schemeClr val="dk1"/>
                </a:solidFill>
              </a:rPr>
              <a:t> This means the model has less data to learn from, which can lead to underfitting because the model didn’t have enough examples to capture the patterns in the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Effect</a:t>
            </a:r>
            <a:r>
              <a:rPr lang="en">
                <a:solidFill>
                  <a:schemeClr val="dk1"/>
                </a:solidFill>
              </a:rPr>
              <a:t>: The model may perform poorly on both the validation and test sets because it wasn’t trained on enough data.</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Why We Use Cross-Validation: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Cross-Validation</a:t>
            </a:r>
            <a:r>
              <a:rPr lang="en">
                <a:solidFill>
                  <a:schemeClr val="dk1"/>
                </a:solidFill>
              </a:rPr>
              <a:t> is often used to overcome the problem of choosing a validation set that is too big or too small. It helps provide a more reliable estimate of a model's performance without needing to hold back a large chunk of the data for validation.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How It Works</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most common type is </a:t>
            </a:r>
            <a:r>
              <a:rPr b="1" lang="en">
                <a:solidFill>
                  <a:schemeClr val="dk1"/>
                </a:solidFill>
              </a:rPr>
              <a:t>K-Fold Cross-Validation</a:t>
            </a:r>
            <a:r>
              <a:rPr lang="en">
                <a:solidFill>
                  <a:schemeClr val="dk1"/>
                </a:solidFill>
              </a:rPr>
              <a:t>. The dataset is divided into </a:t>
            </a:r>
            <a:r>
              <a:rPr b="1" lang="en">
                <a:solidFill>
                  <a:schemeClr val="dk1"/>
                </a:solidFill>
                <a:highlight>
                  <a:schemeClr val="accent4"/>
                </a:highlight>
              </a:rPr>
              <a:t>K</a:t>
            </a:r>
            <a:r>
              <a:rPr b="1" lang="en">
                <a:solidFill>
                  <a:schemeClr val="dk1"/>
                </a:solidFill>
              </a:rPr>
              <a:t> equal-sized subsets</a:t>
            </a:r>
            <a:r>
              <a:rPr lang="en">
                <a:solidFill>
                  <a:schemeClr val="dk1"/>
                </a:solidFill>
              </a:rPr>
              <a:t> (or "</a:t>
            </a:r>
            <a:r>
              <a:rPr lang="en">
                <a:solidFill>
                  <a:schemeClr val="dk1"/>
                </a:solidFill>
                <a:highlight>
                  <a:schemeClr val="accent4"/>
                </a:highlight>
              </a:rPr>
              <a:t>folds</a:t>
            </a:r>
            <a:r>
              <a:rPr lang="en">
                <a:solidFill>
                  <a:schemeClr val="dk1"/>
                </a:solidFill>
              </a:rPr>
              <a:t>"). The model is trained K times, each time using a different fold as the validation set and the remaining K-1 folds as the training set.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After K iterations, the performance is</a:t>
            </a:r>
            <a:r>
              <a:rPr lang="en">
                <a:solidFill>
                  <a:schemeClr val="dk1"/>
                </a:solidFill>
                <a:highlight>
                  <a:schemeClr val="accent4"/>
                </a:highlight>
              </a:rPr>
              <a:t> averaged across all folds</a:t>
            </a:r>
            <a:r>
              <a:rPr lang="en">
                <a:solidFill>
                  <a:schemeClr val="dk1"/>
                </a:solidFill>
              </a:rPr>
              <a:t> to get a more reliable estimate of the model’s ability to generalize.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Example</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For a 5-fold cross-validation, the dataset is split into 5 parts. In each iteration, 1 part is used as the validation set, and the remaining 4 parts are used for training. This process is repeated 5 times, and the results are averaged.</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Advantages of Cross-Validation:</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Better Use of Data</a:t>
            </a:r>
            <a:r>
              <a:rPr lang="en">
                <a:solidFill>
                  <a:schemeClr val="dk1"/>
                </a:solidFill>
              </a:rPr>
              <a:t>: Cross-validation allows you to use </a:t>
            </a:r>
            <a:r>
              <a:rPr b="1" lang="en">
                <a:solidFill>
                  <a:schemeClr val="dk1"/>
                </a:solidFill>
              </a:rPr>
              <a:t>all the data for both training and validation</a:t>
            </a:r>
            <a:r>
              <a:rPr lang="en">
                <a:solidFill>
                  <a:schemeClr val="dk1"/>
                </a:solidFill>
              </a:rPr>
              <a:t>, ensuring that no single part of the dataset is left out.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More Reliable Estimates</a:t>
            </a:r>
            <a:r>
              <a:rPr lang="en">
                <a:solidFill>
                  <a:schemeClr val="dk1"/>
                </a:solidFill>
              </a:rPr>
              <a:t>: By averaging the results across multiple splits, cross-validation gives a </a:t>
            </a:r>
            <a:r>
              <a:rPr b="1" lang="en">
                <a:solidFill>
                  <a:schemeClr val="dk1"/>
                </a:solidFill>
              </a:rPr>
              <a:t>better estimate</a:t>
            </a:r>
            <a:r>
              <a:rPr lang="en">
                <a:solidFill>
                  <a:schemeClr val="dk1"/>
                </a:solidFill>
              </a:rPr>
              <a:t> of the model’s performance on unseen data.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Reduces Variance</a:t>
            </a:r>
            <a:r>
              <a:rPr lang="en">
                <a:solidFill>
                  <a:schemeClr val="dk1"/>
                </a:solidFill>
              </a:rPr>
              <a:t>: It helps mitigate the problem of the model performing well on one specific validation set but poorly on others. By validating on multiple subsets, the model's performance is tested in various ways.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Summary: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Validation Too Small</a:t>
            </a:r>
            <a:r>
              <a:rPr lang="en">
                <a:solidFill>
                  <a:schemeClr val="dk1"/>
                </a:solidFill>
              </a:rPr>
              <a:t>: May give unreliable results and lead to incorrect hyperparameter tuning.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Validation Too Big</a:t>
            </a:r>
            <a:r>
              <a:rPr lang="en">
                <a:solidFill>
                  <a:schemeClr val="dk1"/>
                </a:solidFill>
              </a:rPr>
              <a:t>: Leaves too little data for training, causing the model to underfit.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Cross-Validation</a:t>
            </a:r>
            <a:r>
              <a:rPr lang="en">
                <a:solidFill>
                  <a:schemeClr val="dk1"/>
                </a:solidFill>
              </a:rPr>
              <a:t>: Solves these issues by training and validating on multiple splits of the data, ensuring better generalization and performance estimates.</a:t>
            </a:r>
            <a:endParaRPr>
              <a:solidFill>
                <a:schemeClr val="dk1"/>
              </a:solidFill>
            </a:endParaRPr>
          </a:p>
          <a:p>
            <a:pPr indent="0" lvl="0" marL="0" rtl="0" algn="l">
              <a:lnSpc>
                <a:spcPct val="115000"/>
              </a:lnSpc>
              <a:spcBef>
                <a:spcPts val="1200"/>
              </a:spcBef>
              <a:spcAft>
                <a:spcPts val="1200"/>
              </a:spcAft>
              <a:buSzPts val="1100"/>
              <a:buNone/>
            </a:pPr>
            <a:r>
              <a:t/>
            </a:r>
            <a:endParaRPr b="1">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Scenario Overview:</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The Challenge:</a:t>
            </a:r>
            <a:br>
              <a:rPr b="1" lang="en">
                <a:solidFill>
                  <a:schemeClr val="dk1"/>
                </a:solidFill>
              </a:rPr>
            </a:br>
            <a:r>
              <a:rPr lang="en">
                <a:solidFill>
                  <a:schemeClr val="dk1"/>
                </a:solidFill>
              </a:rPr>
              <a:t>You have access to two sources of images: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Web Images:</a:t>
            </a:r>
            <a:r>
              <a:rPr lang="en">
                <a:solidFill>
                  <a:schemeClr val="dk1"/>
                </a:solidFill>
              </a:rPr>
              <a:t> Millions of flower images available online.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Mobile App Images:</a:t>
            </a:r>
            <a:r>
              <a:rPr lang="en">
                <a:solidFill>
                  <a:schemeClr val="dk1"/>
                </a:solidFill>
              </a:rPr>
              <a:t> Only 10,000 images taken directly with your app, which accurately reflect real-world usage conditions (like lighting, resolution, and camera angles).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Why It Matters:</a:t>
            </a:r>
            <a:br>
              <a:rPr b="1" lang="en">
                <a:solidFill>
                  <a:schemeClr val="dk1"/>
                </a:solidFill>
              </a:rPr>
            </a:br>
            <a:r>
              <a:rPr lang="en">
                <a:solidFill>
                  <a:schemeClr val="dk1"/>
                </a:solidFill>
              </a:rPr>
              <a:t>Although web images are plentiful, they might not capture the nuances of how users will actually take photos with the mobile app. This can lead to a mismatch between your training data and the data the model sees in production.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Splitting Strategy:</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Validation and Test Sets: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only the 10,000 mobile app images for these sets.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Split them evenly (e.g., 5,000 images for validation and 5,000 images for testing).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Ensure that there are no duplicates or near-duplicates between these sets to maintain a fair evaluation.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Training Set:</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the millions of web images to train your model.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However, be aware that these images might not perfectly match the conditions of the mobile app images.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Train-Dev Set (from Web Images):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Set aside a portion of the web images as a "train-dev" set.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This set is not used during the training phase; it is only used after training to evaluate the model’s performance on web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Interpreting Model Performance: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Scenario 1: Good Performance on Train-Dev but Poor on Mobile Validation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Implication:</a:t>
            </a:r>
            <a:br>
              <a:rPr b="1" lang="en">
                <a:solidFill>
                  <a:schemeClr val="dk1"/>
                </a:solidFill>
              </a:rPr>
            </a:br>
            <a:r>
              <a:rPr lang="en">
                <a:solidFill>
                  <a:schemeClr val="dk1"/>
                </a:solidFill>
              </a:rPr>
              <a:t>The model is likely performing well on data similar to its training data (web images) but is struggling with the real-world mobile images.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Actionable Steps:</a:t>
            </a:r>
            <a:endParaRPr b="1">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Consider preprocessing the web images to more closely resemble mobile app photos (for example, adjust resolution, lighting, or aspect ratio).</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Retrain the model with these preprocessed images to help bridge the gap between the training and production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Scenario 2: Poor Performance on Both Train-Dev and Mobile Validation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Implication:</a:t>
            </a:r>
            <a:br>
              <a:rPr b="1" lang="en">
                <a:solidFill>
                  <a:schemeClr val="dk1"/>
                </a:solidFill>
              </a:rPr>
            </a:br>
            <a:r>
              <a:rPr lang="en">
                <a:solidFill>
                  <a:schemeClr val="dk1"/>
                </a:solidFill>
              </a:rPr>
              <a:t>The model might be overfitting to the training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Actionable Steps:</a:t>
            </a:r>
            <a:endParaRPr b="1">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Simplify or regularize the model to reduce overfitting.</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Gather more training data if possible.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Clean the training data to ensure quality.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Key Takeaway: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accurately assess your model’s performance in a real-world setting, your validation and test sets must reflect the actual conditions in which the app operates. In this case, that means using the 10,000 mobile app images for evaluation, while using the web images (with careful adjustments and additional evaluation via the train-dev set) for training.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strategy helps you determine whether performance issues arise from a data mismatch or from overfitting, and guides you in choosing the right corrective actions.</a:t>
            </a:r>
            <a:endParaRPr>
              <a:solidFill>
                <a:schemeClr val="dk1"/>
              </a:solidFill>
            </a:endParaRPr>
          </a:p>
          <a:p>
            <a:pPr indent="0" lvl="0" marL="0" rtl="0" algn="l">
              <a:lnSpc>
                <a:spcPct val="115000"/>
              </a:lnSpc>
              <a:spcBef>
                <a:spcPts val="1200"/>
              </a:spcBef>
              <a:spcAft>
                <a:spcPts val="1200"/>
              </a:spcAft>
              <a:buSzPts val="1100"/>
              <a:buNone/>
            </a:pPr>
            <a:r>
              <a:t/>
            </a:r>
            <a:endParaRPr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highlight>
                  <a:schemeClr val="accent4"/>
                </a:highlight>
              </a:rPr>
              <a:t>1. What causes good training performance but bad validation performance?</a:t>
            </a:r>
            <a:endParaRPr b="1" sz="1300">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Cause</a:t>
            </a:r>
            <a:r>
              <a:rPr lang="en">
                <a:solidFill>
                  <a:schemeClr val="dk1"/>
                </a:solidFill>
              </a:rPr>
              <a:t>: The model has likely </a:t>
            </a:r>
            <a:r>
              <a:rPr b="1" lang="en">
                <a:solidFill>
                  <a:schemeClr val="dk1"/>
                </a:solidFill>
                <a:highlight>
                  <a:schemeClr val="accent4"/>
                </a:highlight>
              </a:rPr>
              <a:t>overfit</a:t>
            </a:r>
            <a:r>
              <a:rPr lang="en">
                <a:solidFill>
                  <a:schemeClr val="dk1"/>
                </a:solidFill>
              </a:rPr>
              <a:t> to the training data, meaning it has learned specific patterns, noise, or even memorized the training set instead of generalizing to new, unseen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Scenario</a:t>
            </a:r>
            <a:r>
              <a:rPr lang="en">
                <a:solidFill>
                  <a:schemeClr val="dk1"/>
                </a:solidFill>
              </a:rPr>
              <a:t>: Imagine you are training a model to classify types of fruit based on high-quality, carefully curated photos. The model performs extremely well on the training set. However, when you validate it using new photos taken with varying lighting conditions or backgrounds, its performance drops significantly because it has overfit to the pristine training photos.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Solution</a:t>
            </a:r>
            <a:r>
              <a:rPr lang="en">
                <a:solidFill>
                  <a:schemeClr val="dk1"/>
                </a:solidFill>
              </a:rPr>
              <a:t>: Regularize the model, simplify its complexity, or use more diverse training data to help it generalize better to unseen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highlight>
                  <a:schemeClr val="accent4"/>
                </a:highlight>
              </a:rPr>
              <a:t>2. What causes bad training performance and bad validation performance?</a:t>
            </a:r>
            <a:endParaRPr b="1" sz="1300">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Cause</a:t>
            </a:r>
            <a:r>
              <a:rPr lang="en">
                <a:solidFill>
                  <a:schemeClr val="dk1"/>
                </a:solidFill>
              </a:rPr>
              <a:t>: The model is likely </a:t>
            </a:r>
            <a:r>
              <a:rPr b="1" lang="en">
                <a:solidFill>
                  <a:schemeClr val="dk1"/>
                </a:solidFill>
                <a:highlight>
                  <a:schemeClr val="accent4"/>
                </a:highlight>
              </a:rPr>
              <a:t>underfitting</a:t>
            </a:r>
            <a:r>
              <a:rPr lang="en">
                <a:solidFill>
                  <a:schemeClr val="dk1"/>
                </a:solidFill>
              </a:rPr>
              <a:t>, meaning it is too simple or not powerful enough to capture the underlying patterns in the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Scenario</a:t>
            </a:r>
            <a:r>
              <a:rPr lang="en">
                <a:solidFill>
                  <a:schemeClr val="dk1"/>
                </a:solidFill>
              </a:rPr>
              <a:t>: Suppose you're building a house price prediction model with only a single feature (e.g., house size). The model struggles to fit both the training data and the validation data because it lacks important features like location, number of rooms, etc.</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Solution</a:t>
            </a:r>
            <a:r>
              <a:rPr lang="en">
                <a:solidFill>
                  <a:schemeClr val="dk1"/>
                </a:solidFill>
              </a:rPr>
              <a:t>: Increase model complexity, add more relevant features, or improve the feature engineering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highlight>
                  <a:schemeClr val="accent4"/>
                </a:highlight>
              </a:rPr>
              <a:t>3. What causes good validation performance but bad training performance?</a:t>
            </a:r>
            <a:endParaRPr b="1" sz="1300">
              <a:solidFill>
                <a:schemeClr val="dk1"/>
              </a:solidFill>
              <a:highlight>
                <a:schemeClr val="accent4"/>
              </a:highlight>
            </a:endParaRPr>
          </a:p>
          <a:p>
            <a:pPr indent="0" lvl="0" marL="0" rtl="0" algn="l">
              <a:lnSpc>
                <a:spcPct val="115000"/>
              </a:lnSpc>
              <a:spcBef>
                <a:spcPts val="1200"/>
              </a:spcBef>
              <a:spcAft>
                <a:spcPts val="0"/>
              </a:spcAft>
              <a:buSzPts val="1100"/>
              <a:buNone/>
            </a:pPr>
            <a:r>
              <a:rPr b="1" lang="en">
                <a:solidFill>
                  <a:schemeClr val="dk1"/>
                </a:solidFill>
              </a:rPr>
              <a:t>Cause</a:t>
            </a:r>
            <a:r>
              <a:rPr lang="en">
                <a:solidFill>
                  <a:schemeClr val="dk1"/>
                </a:solidFill>
              </a:rPr>
              <a:t>: This is an unusual situation but can occur due to </a:t>
            </a:r>
            <a:r>
              <a:rPr b="1" lang="en">
                <a:solidFill>
                  <a:schemeClr val="dk1"/>
                </a:solidFill>
                <a:highlight>
                  <a:schemeClr val="accent4"/>
                </a:highlight>
              </a:rPr>
              <a:t>data leakage</a:t>
            </a:r>
            <a:r>
              <a:rPr lang="en">
                <a:solidFill>
                  <a:schemeClr val="dk1"/>
                </a:solidFill>
              </a:rPr>
              <a:t> or improper </a:t>
            </a:r>
            <a:r>
              <a:rPr lang="en">
                <a:solidFill>
                  <a:schemeClr val="dk1"/>
                </a:solidFill>
                <a:highlight>
                  <a:schemeClr val="accent4"/>
                </a:highlight>
              </a:rPr>
              <a:t>data splitting</a:t>
            </a:r>
            <a:r>
              <a:rPr lang="en">
                <a:solidFill>
                  <a:schemeClr val="dk1"/>
                </a:solidFill>
              </a:rPr>
              <a:t>. It means that some information from the validation set might have unintentionally been included in the training process, allowing the model to perform well on the validation set but not actually learn meaningful patterns from the training data itself.</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Scenario</a:t>
            </a:r>
            <a:r>
              <a:rPr lang="en">
                <a:solidFill>
                  <a:schemeClr val="dk1"/>
                </a:solidFill>
              </a:rPr>
              <a:t>: Suppose you are building a model to predict housing prices. If some key information, such as part of the target variable, accidentally leaks into the validation set, the model might appear to perform well on the validation data, but it hasn't truly learned the relationship from the training set.</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Solution</a:t>
            </a:r>
            <a:r>
              <a:rPr lang="en">
                <a:solidFill>
                  <a:schemeClr val="dk1"/>
                </a:solidFill>
              </a:rPr>
              <a:t>: To resolve this, ensure that there’s no overlap between the training and validation sets and that no information from the validation set leaks into the training process. Double-check your data split and prevent any features or labels from being used inappropriately during training.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SzPts val="1100"/>
              <a:buNone/>
            </a:pPr>
            <a:r>
              <a:rPr b="1" lang="en" sz="1300">
                <a:solidFill>
                  <a:schemeClr val="dk1"/>
                </a:solidFill>
                <a:highlight>
                  <a:schemeClr val="accent4"/>
                </a:highlight>
              </a:rPr>
              <a:t>4. What causes good training and validation performance but bad test performance?</a:t>
            </a:r>
            <a:endParaRPr b="1" sz="1300">
              <a:solidFill>
                <a:schemeClr val="dk1"/>
              </a:solidFill>
              <a:highlight>
                <a:schemeClr val="accent4"/>
              </a:highlight>
            </a:endParaRPr>
          </a:p>
          <a:p>
            <a:pPr indent="0" lvl="0" marL="0" rtl="0" algn="l">
              <a:lnSpc>
                <a:spcPct val="115000"/>
              </a:lnSpc>
              <a:spcBef>
                <a:spcPts val="1200"/>
              </a:spcBef>
              <a:spcAft>
                <a:spcPts val="0"/>
              </a:spcAft>
              <a:buSzPts val="1100"/>
              <a:buNone/>
            </a:pPr>
            <a:r>
              <a:rPr b="1" lang="en">
                <a:solidFill>
                  <a:schemeClr val="dk1"/>
                </a:solidFill>
              </a:rPr>
              <a:t>Cause</a:t>
            </a:r>
            <a:r>
              <a:rPr lang="en">
                <a:solidFill>
                  <a:schemeClr val="dk1"/>
                </a:solidFill>
              </a:rPr>
              <a:t>: This is often due to a </a:t>
            </a:r>
            <a:r>
              <a:rPr b="1" lang="en">
                <a:solidFill>
                  <a:schemeClr val="dk1"/>
                </a:solidFill>
                <a:highlight>
                  <a:schemeClr val="accent4"/>
                </a:highlight>
              </a:rPr>
              <a:t>distribution mismatch</a:t>
            </a:r>
            <a:r>
              <a:rPr lang="en">
                <a:solidFill>
                  <a:schemeClr val="dk1"/>
                </a:solidFill>
              </a:rPr>
              <a:t> between the training/validation data and the test data. The model performs well on the training and validation sets because they come from a similar distribution, but the test set comes from a different distribution, meaning the patterns the model learned don’t apply as well to the new data.</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Scenario</a:t>
            </a:r>
            <a:r>
              <a:rPr lang="en">
                <a:solidFill>
                  <a:schemeClr val="dk1"/>
                </a:solidFill>
              </a:rPr>
              <a:t>: You build a model to classify types of fruit using high-quality images taken in a controlled environment. The model performs well on both the training and validation sets because both contain similar, clean images. However, when tested on real-world images (e.g., blurry or poorly lit photos), the model's performance drops because it wasn’t exposed to such variations during training or validation.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Solution</a:t>
            </a:r>
            <a:r>
              <a:rPr lang="en">
                <a:solidFill>
                  <a:schemeClr val="dk1"/>
                </a:solidFill>
              </a:rPr>
              <a:t>: To improve test performance, you can collect more representative data that better matches the test set's conditions, or use techniques like </a:t>
            </a:r>
            <a:r>
              <a:rPr b="1" lang="en">
                <a:solidFill>
                  <a:schemeClr val="dk1"/>
                </a:solidFill>
                <a:highlight>
                  <a:schemeClr val="accent4"/>
                </a:highlight>
              </a:rPr>
              <a:t>data augmentation</a:t>
            </a:r>
            <a:r>
              <a:rPr lang="en">
                <a:solidFill>
                  <a:schemeClr val="dk1"/>
                </a:solidFill>
              </a:rPr>
              <a:t> to make your training data more varied. Additionally, </a:t>
            </a:r>
            <a:r>
              <a:rPr b="1" lang="en">
                <a:solidFill>
                  <a:schemeClr val="dk1"/>
                </a:solidFill>
              </a:rPr>
              <a:t>domain adaptation</a:t>
            </a:r>
            <a:r>
              <a:rPr lang="en">
                <a:solidFill>
                  <a:schemeClr val="dk1"/>
                </a:solidFill>
              </a:rPr>
              <a:t> techniques can help the model adjust to differences between the training and test distributions.</a:t>
            </a:r>
            <a:endParaRPr b="1" sz="1300">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highlight>
                  <a:schemeClr val="accent4"/>
                </a:highlight>
              </a:rPr>
              <a:t>5. What causes good training, validation, and test performance but poor real-world performance?</a:t>
            </a:r>
            <a:endParaRPr b="1" sz="1300">
              <a:solidFill>
                <a:schemeClr val="dk1"/>
              </a:solidFill>
              <a:highlight>
                <a:schemeClr val="accent4"/>
              </a:highlight>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Cause</a:t>
            </a:r>
            <a:r>
              <a:rPr lang="en">
                <a:solidFill>
                  <a:schemeClr val="dk1"/>
                </a:solidFill>
              </a:rPr>
              <a:t>: The model likely encounters </a:t>
            </a:r>
            <a:r>
              <a:rPr b="1" lang="en">
                <a:solidFill>
                  <a:schemeClr val="dk1"/>
                </a:solidFill>
                <a:highlight>
                  <a:schemeClr val="accent4"/>
                </a:highlight>
              </a:rPr>
              <a:t>real-world data that differs</a:t>
            </a:r>
            <a:r>
              <a:rPr lang="en">
                <a:solidFill>
                  <a:schemeClr val="dk1"/>
                </a:solidFill>
              </a:rPr>
              <a:t> significantly from the data it was trained, validated, and tested on. This mismatch between the training environment and real-world conditions can lead to poor performance when the model is deployed.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Scenario</a:t>
            </a:r>
            <a:r>
              <a:rPr lang="en">
                <a:solidFill>
                  <a:schemeClr val="dk1"/>
                </a:solidFill>
              </a:rPr>
              <a:t>: Suppose you build a model to recognize handwritten digits using a clean dataset like MNIST, and it works well in all stages of testing. However, when deployed to recognize numbers written by users on a mobile app, it struggles due to variations in handwriting styles, background noise, or camera quality.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Solution</a:t>
            </a:r>
            <a:r>
              <a:rPr lang="en">
                <a:solidFill>
                  <a:schemeClr val="dk1"/>
                </a:solidFill>
              </a:rPr>
              <a:t>: Collect more representative training data that mirrors real-world conditions, or preprocess the real-world data to align better with the training data (e.g., by normalizing images or adjusting for lighting variations).</a:t>
            </a:r>
            <a:endParaRPr>
              <a:solidFill>
                <a:schemeClr val="dk1"/>
              </a:solidFill>
            </a:endParaRPr>
          </a:p>
          <a:p>
            <a:pPr indent="0" lvl="0" marL="0" rtl="0" algn="l">
              <a:lnSpc>
                <a:spcPct val="115000"/>
              </a:lnSpc>
              <a:spcBef>
                <a:spcPts val="1200"/>
              </a:spcBef>
              <a:spcAft>
                <a:spcPts val="1200"/>
              </a:spcAft>
              <a:buSzPts val="1100"/>
              <a:buNone/>
            </a:pPr>
            <a:r>
              <a:t/>
            </a:r>
            <a:endParaRPr b="1">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c931b11a3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c931b11a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3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0" name="Google Shape;10;p32"/>
          <p:cNvSpPr txBox="1"/>
          <p:nvPr>
            <p:ph type="ctrTitle"/>
          </p:nvPr>
        </p:nvSpPr>
        <p:spPr>
          <a:xfrm>
            <a:off x="715100" y="714150"/>
            <a:ext cx="4652400" cy="18576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5200"/>
              <a:buNone/>
              <a:defRPr b="0" sz="4800">
                <a:latin typeface="Golos Text Medium"/>
                <a:ea typeface="Golos Text Medium"/>
                <a:cs typeface="Golos Text Medium"/>
                <a:sym typeface="Golos Text Medium"/>
              </a:defRPr>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pic>
        <p:nvPicPr>
          <p:cNvPr id="12" name="Google Shape;12;p3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3" name="Google Shape;13;p33"/>
          <p:cNvSpPr txBox="1"/>
          <p:nvPr>
            <p:ph type="title"/>
          </p:nvPr>
        </p:nvSpPr>
        <p:spPr>
          <a:xfrm>
            <a:off x="715100" y="1925850"/>
            <a:ext cx="7713900" cy="183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4700">
                <a:latin typeface="Golos Text Medium"/>
                <a:ea typeface="Golos Text Medium"/>
                <a:cs typeface="Golos Text Medium"/>
                <a:sym typeface="Golos Text Medium"/>
              </a:defRPr>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
        <p:nvSpPr>
          <p:cNvPr id="14" name="Google Shape;14;p33"/>
          <p:cNvSpPr txBox="1"/>
          <p:nvPr>
            <p:ph idx="2" type="title"/>
          </p:nvPr>
        </p:nvSpPr>
        <p:spPr>
          <a:xfrm>
            <a:off x="715100" y="701850"/>
            <a:ext cx="2035200" cy="107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6000"/>
              <a:buNone/>
              <a:defRPr b="0" sz="5000">
                <a:solidFill>
                  <a:schemeClr val="accent3"/>
                </a:solidFill>
                <a:latin typeface="Golos Text Medium"/>
                <a:ea typeface="Golos Text Medium"/>
                <a:cs typeface="Golos Text Medium"/>
                <a:sym typeface="Golos Text Medium"/>
              </a:defRPr>
            </a:lvl1pPr>
            <a:lvl2pPr lvl="1" algn="ctr">
              <a:lnSpc>
                <a:spcPct val="115000"/>
              </a:lnSpc>
              <a:spcBef>
                <a:spcPts val="0"/>
              </a:spcBef>
              <a:spcAft>
                <a:spcPts val="0"/>
              </a:spcAft>
              <a:buSzPts val="6000"/>
              <a:buNone/>
              <a:defRPr sz="6000"/>
            </a:lvl2pPr>
            <a:lvl3pPr lvl="2" algn="ctr">
              <a:lnSpc>
                <a:spcPct val="115000"/>
              </a:lnSpc>
              <a:spcBef>
                <a:spcPts val="0"/>
              </a:spcBef>
              <a:spcAft>
                <a:spcPts val="0"/>
              </a:spcAft>
              <a:buSzPts val="6000"/>
              <a:buNone/>
              <a:defRPr sz="6000"/>
            </a:lvl3pPr>
            <a:lvl4pPr lvl="3" algn="ctr">
              <a:lnSpc>
                <a:spcPct val="115000"/>
              </a:lnSpc>
              <a:spcBef>
                <a:spcPts val="0"/>
              </a:spcBef>
              <a:spcAft>
                <a:spcPts val="0"/>
              </a:spcAft>
              <a:buSzPts val="6000"/>
              <a:buNone/>
              <a:defRPr sz="6000"/>
            </a:lvl4pPr>
            <a:lvl5pPr lvl="4" algn="ctr">
              <a:lnSpc>
                <a:spcPct val="115000"/>
              </a:lnSpc>
              <a:spcBef>
                <a:spcPts val="0"/>
              </a:spcBef>
              <a:spcAft>
                <a:spcPts val="0"/>
              </a:spcAft>
              <a:buSzPts val="6000"/>
              <a:buNone/>
              <a:defRPr sz="6000"/>
            </a:lvl5pPr>
            <a:lvl6pPr lvl="5" algn="ctr">
              <a:lnSpc>
                <a:spcPct val="115000"/>
              </a:lnSpc>
              <a:spcBef>
                <a:spcPts val="0"/>
              </a:spcBef>
              <a:spcAft>
                <a:spcPts val="0"/>
              </a:spcAft>
              <a:buSzPts val="6000"/>
              <a:buNone/>
              <a:defRPr sz="6000"/>
            </a:lvl6pPr>
            <a:lvl7pPr lvl="6" algn="ctr">
              <a:lnSpc>
                <a:spcPct val="115000"/>
              </a:lnSpc>
              <a:spcBef>
                <a:spcPts val="0"/>
              </a:spcBef>
              <a:spcAft>
                <a:spcPts val="0"/>
              </a:spcAft>
              <a:buSzPts val="6000"/>
              <a:buNone/>
              <a:defRPr sz="6000"/>
            </a:lvl7pPr>
            <a:lvl8pPr lvl="7" algn="ctr">
              <a:lnSpc>
                <a:spcPct val="115000"/>
              </a:lnSpc>
              <a:spcBef>
                <a:spcPts val="0"/>
              </a:spcBef>
              <a:spcAft>
                <a:spcPts val="0"/>
              </a:spcAft>
              <a:buSzPts val="6000"/>
              <a:buNone/>
              <a:defRPr sz="6000"/>
            </a:lvl8pPr>
            <a:lvl9pPr lvl="8" algn="ctr">
              <a:lnSpc>
                <a:spcPct val="115000"/>
              </a:lnSpc>
              <a:spcBef>
                <a:spcPts val="0"/>
              </a:spcBef>
              <a:spcAft>
                <a:spcPts val="0"/>
              </a:spcAft>
              <a:buSzPts val="6000"/>
              <a:buNone/>
              <a:defRPr sz="6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pic>
        <p:nvPicPr>
          <p:cNvPr id="17" name="Google Shape;17;p35"/>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18" name="Google Shape;18;p35"/>
          <p:cNvSpPr txBox="1"/>
          <p:nvPr>
            <p:ph type="title"/>
          </p:nvPr>
        </p:nvSpPr>
        <p:spPr>
          <a:xfrm>
            <a:off x="715100" y="535000"/>
            <a:ext cx="40131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19" name="Google Shape;19;p35"/>
          <p:cNvSpPr txBox="1"/>
          <p:nvPr>
            <p:ph idx="1" type="body"/>
          </p:nvPr>
        </p:nvSpPr>
        <p:spPr>
          <a:xfrm>
            <a:off x="715100" y="1242400"/>
            <a:ext cx="4013100" cy="3366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dk1"/>
              </a:buClr>
              <a:buSzPts val="1400"/>
              <a:buFont typeface="Golos Text Medium"/>
              <a:buChar char="●"/>
              <a:defRPr>
                <a:solidFill>
                  <a:schemeClr val="dk1"/>
                </a:solidFill>
              </a:defRPr>
            </a:lvl1pPr>
            <a:lvl2pPr indent="-317500" lvl="1" marL="9144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2pPr>
            <a:lvl3pPr indent="-317500" lvl="2" marL="13716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3pPr>
            <a:lvl4pPr indent="-317500" lvl="3" marL="18288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4pPr>
            <a:lvl5pPr indent="-317500" lvl="4" marL="22860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5pPr>
            <a:lvl6pPr indent="-317500" lvl="5" marL="27432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6pPr>
            <a:lvl7pPr indent="-317500" lvl="6" marL="32004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7pPr>
            <a:lvl8pPr indent="-317500" lvl="7" marL="36576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8pPr>
            <a:lvl9pPr indent="-317500" lvl="8" marL="4114800" algn="l">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pic>
        <p:nvPicPr>
          <p:cNvPr id="21" name="Google Shape;21;p3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2" name="Google Shape;22;p36"/>
          <p:cNvSpPr txBox="1"/>
          <p:nvPr>
            <p:ph idx="1" type="subTitle"/>
          </p:nvPr>
        </p:nvSpPr>
        <p:spPr>
          <a:xfrm>
            <a:off x="715100" y="1767700"/>
            <a:ext cx="3856800" cy="284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36"/>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24" name="Google Shape;24;p36"/>
          <p:cNvSpPr txBox="1"/>
          <p:nvPr>
            <p:ph idx="2" type="subTitle"/>
          </p:nvPr>
        </p:nvSpPr>
        <p:spPr>
          <a:xfrm>
            <a:off x="715096" y="1242400"/>
            <a:ext cx="3856800" cy="525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 name="Google Shape;25;p36"/>
          <p:cNvSpPr txBox="1"/>
          <p:nvPr>
            <p:ph idx="3" type="subTitle"/>
          </p:nvPr>
        </p:nvSpPr>
        <p:spPr>
          <a:xfrm>
            <a:off x="4572000" y="1767700"/>
            <a:ext cx="3856800" cy="2840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 name="Google Shape;26;p36"/>
          <p:cNvSpPr txBox="1"/>
          <p:nvPr>
            <p:ph idx="4" type="subTitle"/>
          </p:nvPr>
        </p:nvSpPr>
        <p:spPr>
          <a:xfrm>
            <a:off x="4571996" y="1242400"/>
            <a:ext cx="3856800" cy="525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pic>
        <p:nvPicPr>
          <p:cNvPr id="28" name="Google Shape;28;p3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9" name="Google Shape;29;p37"/>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pic>
        <p:nvPicPr>
          <p:cNvPr id="31" name="Google Shape;31;p38"/>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32" name="Google Shape;32;p38"/>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33" name="Google Shape;33;p38"/>
          <p:cNvSpPr txBox="1"/>
          <p:nvPr>
            <p:ph idx="1" type="body"/>
          </p:nvPr>
        </p:nvSpPr>
        <p:spPr>
          <a:xfrm>
            <a:off x="715100" y="1242450"/>
            <a:ext cx="7713900" cy="3366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indent="-317500" lvl="1" marL="914400" algn="l">
              <a:lnSpc>
                <a:spcPct val="115000"/>
              </a:lnSpc>
              <a:spcBef>
                <a:spcPts val="10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indent="-317500" lvl="2" marL="1371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indent="-317500" lvl="3" marL="1828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indent="-317500" lvl="4" marL="22860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indent="-317500" lvl="5" marL="2743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indent="-317500" lvl="6" marL="32004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indent="-317500" lvl="7" marL="3657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indent="-317500" lvl="8" marL="4114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pic>
        <p:nvPicPr>
          <p:cNvPr id="35" name="Google Shape;35;p39"/>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36" name="Google Shape;36;p39"/>
          <p:cNvSpPr txBox="1"/>
          <p:nvPr>
            <p:ph type="title"/>
          </p:nvPr>
        </p:nvSpPr>
        <p:spPr>
          <a:xfrm>
            <a:off x="715100" y="662225"/>
            <a:ext cx="7713900" cy="3337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6000"/>
              <a:buNone/>
              <a:defRPr sz="6000"/>
            </a:lvl1pPr>
            <a:lvl2pPr lvl="1" algn="ctr">
              <a:lnSpc>
                <a:spcPct val="115000"/>
              </a:lnSpc>
              <a:spcBef>
                <a:spcPts val="0"/>
              </a:spcBef>
              <a:spcAft>
                <a:spcPts val="0"/>
              </a:spcAft>
              <a:buSzPts val="6000"/>
              <a:buNone/>
              <a:defRPr sz="6000"/>
            </a:lvl2pPr>
            <a:lvl3pPr lvl="2" algn="ctr">
              <a:lnSpc>
                <a:spcPct val="115000"/>
              </a:lnSpc>
              <a:spcBef>
                <a:spcPts val="0"/>
              </a:spcBef>
              <a:spcAft>
                <a:spcPts val="0"/>
              </a:spcAft>
              <a:buSzPts val="6000"/>
              <a:buNone/>
              <a:defRPr sz="6000"/>
            </a:lvl3pPr>
            <a:lvl4pPr lvl="3" algn="ctr">
              <a:lnSpc>
                <a:spcPct val="115000"/>
              </a:lnSpc>
              <a:spcBef>
                <a:spcPts val="0"/>
              </a:spcBef>
              <a:spcAft>
                <a:spcPts val="0"/>
              </a:spcAft>
              <a:buSzPts val="6000"/>
              <a:buNone/>
              <a:defRPr sz="6000"/>
            </a:lvl4pPr>
            <a:lvl5pPr lvl="4" algn="ctr">
              <a:lnSpc>
                <a:spcPct val="115000"/>
              </a:lnSpc>
              <a:spcBef>
                <a:spcPts val="0"/>
              </a:spcBef>
              <a:spcAft>
                <a:spcPts val="0"/>
              </a:spcAft>
              <a:buSzPts val="6000"/>
              <a:buNone/>
              <a:defRPr sz="6000"/>
            </a:lvl5pPr>
            <a:lvl6pPr lvl="5" algn="ctr">
              <a:lnSpc>
                <a:spcPct val="115000"/>
              </a:lnSpc>
              <a:spcBef>
                <a:spcPts val="0"/>
              </a:spcBef>
              <a:spcAft>
                <a:spcPts val="0"/>
              </a:spcAft>
              <a:buSzPts val="6000"/>
              <a:buNone/>
              <a:defRPr sz="6000"/>
            </a:lvl6pPr>
            <a:lvl7pPr lvl="6" algn="ctr">
              <a:lnSpc>
                <a:spcPct val="115000"/>
              </a:lnSpc>
              <a:spcBef>
                <a:spcPts val="0"/>
              </a:spcBef>
              <a:spcAft>
                <a:spcPts val="0"/>
              </a:spcAft>
              <a:buSzPts val="6000"/>
              <a:buNone/>
              <a:defRPr sz="6000"/>
            </a:lvl7pPr>
            <a:lvl8pPr lvl="7" algn="ctr">
              <a:lnSpc>
                <a:spcPct val="115000"/>
              </a:lnSpc>
              <a:spcBef>
                <a:spcPts val="0"/>
              </a:spcBef>
              <a:spcAft>
                <a:spcPts val="0"/>
              </a:spcAft>
              <a:buSzPts val="6000"/>
              <a:buNone/>
              <a:defRPr sz="6000"/>
            </a:lvl8pPr>
            <a:lvl9pPr lvl="8" algn="ctr">
              <a:lnSpc>
                <a:spcPct val="115000"/>
              </a:lnSpc>
              <a:spcBef>
                <a:spcPts val="0"/>
              </a:spcBef>
              <a:spcAft>
                <a:spcPts val="0"/>
              </a:spcAft>
              <a:buSzPts val="6000"/>
              <a:buNone/>
              <a:defRPr sz="6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pic>
        <p:nvPicPr>
          <p:cNvPr id="38" name="Google Shape;38;p4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9" name="Google Shape;39;p40"/>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3600"/>
              <a:buNone/>
              <a:defRPr sz="4500"/>
            </a:lvl1pPr>
            <a:lvl2pPr lvl="1" algn="ctr">
              <a:lnSpc>
                <a:spcPct val="115000"/>
              </a:lnSpc>
              <a:spcBef>
                <a:spcPts val="0"/>
              </a:spcBef>
              <a:spcAft>
                <a:spcPts val="0"/>
              </a:spcAft>
              <a:buSzPts val="3600"/>
              <a:buNone/>
              <a:defRPr sz="3600"/>
            </a:lvl2pPr>
            <a:lvl3pPr lvl="2" algn="ctr">
              <a:lnSpc>
                <a:spcPct val="115000"/>
              </a:lnSpc>
              <a:spcBef>
                <a:spcPts val="0"/>
              </a:spcBef>
              <a:spcAft>
                <a:spcPts val="0"/>
              </a:spcAft>
              <a:buSzPts val="3600"/>
              <a:buNone/>
              <a:defRPr sz="3600"/>
            </a:lvl3pPr>
            <a:lvl4pPr lvl="3" algn="ctr">
              <a:lnSpc>
                <a:spcPct val="115000"/>
              </a:lnSpc>
              <a:spcBef>
                <a:spcPts val="0"/>
              </a:spcBef>
              <a:spcAft>
                <a:spcPts val="0"/>
              </a:spcAft>
              <a:buSzPts val="3600"/>
              <a:buNone/>
              <a:defRPr sz="3600"/>
            </a:lvl4pPr>
            <a:lvl5pPr lvl="4" algn="ctr">
              <a:lnSpc>
                <a:spcPct val="115000"/>
              </a:lnSpc>
              <a:spcBef>
                <a:spcPts val="0"/>
              </a:spcBef>
              <a:spcAft>
                <a:spcPts val="0"/>
              </a:spcAft>
              <a:buSzPts val="3600"/>
              <a:buNone/>
              <a:defRPr sz="3600"/>
            </a:lvl5pPr>
            <a:lvl6pPr lvl="5" algn="ctr">
              <a:lnSpc>
                <a:spcPct val="115000"/>
              </a:lnSpc>
              <a:spcBef>
                <a:spcPts val="0"/>
              </a:spcBef>
              <a:spcAft>
                <a:spcPts val="0"/>
              </a:spcAft>
              <a:buSzPts val="3600"/>
              <a:buNone/>
              <a:defRPr sz="3600"/>
            </a:lvl6pPr>
            <a:lvl7pPr lvl="6" algn="ctr">
              <a:lnSpc>
                <a:spcPct val="115000"/>
              </a:lnSpc>
              <a:spcBef>
                <a:spcPts val="0"/>
              </a:spcBef>
              <a:spcAft>
                <a:spcPts val="0"/>
              </a:spcAft>
              <a:buSzPts val="3600"/>
              <a:buNone/>
              <a:defRPr sz="3600"/>
            </a:lvl7pPr>
            <a:lvl8pPr lvl="7" algn="ctr">
              <a:lnSpc>
                <a:spcPct val="115000"/>
              </a:lnSpc>
              <a:spcBef>
                <a:spcPts val="0"/>
              </a:spcBef>
              <a:spcAft>
                <a:spcPts val="0"/>
              </a:spcAft>
              <a:buSzPts val="3600"/>
              <a:buNone/>
              <a:defRPr sz="3600"/>
            </a:lvl8pPr>
            <a:lvl9pPr lvl="8" algn="ctr">
              <a:lnSpc>
                <a:spcPct val="115000"/>
              </a:lnSpc>
              <a:spcBef>
                <a:spcPts val="0"/>
              </a:spcBef>
              <a:spcAft>
                <a:spcPts val="0"/>
              </a:spcAft>
              <a:buSzPts val="3600"/>
              <a:buNone/>
              <a:defRPr sz="3600"/>
            </a:lvl9pPr>
          </a:lstStyle>
          <a:p/>
        </p:txBody>
      </p:sp>
      <p:sp>
        <p:nvSpPr>
          <p:cNvPr id="40" name="Google Shape;40;p40"/>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pic>
        <p:nvPicPr>
          <p:cNvPr id="42" name="Google Shape;42;p4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3" name="Google Shape;43;p41"/>
          <p:cNvSpPr txBox="1"/>
          <p:nvPr>
            <p:ph type="title"/>
          </p:nvPr>
        </p:nvSpPr>
        <p:spPr>
          <a:xfrm>
            <a:off x="720000" y="2285400"/>
            <a:ext cx="7704000" cy="572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lvl1pPr>
            <a:lvl2pPr lvl="1" algn="ctr">
              <a:lnSpc>
                <a:spcPct val="115000"/>
              </a:lnSpc>
              <a:spcBef>
                <a:spcPts val="0"/>
              </a:spcBef>
              <a:spcAft>
                <a:spcPts val="0"/>
              </a:spcAft>
              <a:buSzPts val="3200"/>
              <a:buNone/>
              <a:defRPr/>
            </a:lvl2pPr>
            <a:lvl3pPr lvl="2" algn="ctr">
              <a:lnSpc>
                <a:spcPct val="115000"/>
              </a:lnSpc>
              <a:spcBef>
                <a:spcPts val="0"/>
              </a:spcBef>
              <a:spcAft>
                <a:spcPts val="0"/>
              </a:spcAft>
              <a:buSzPts val="3200"/>
              <a:buNone/>
              <a:defRPr/>
            </a:lvl3pPr>
            <a:lvl4pPr lvl="3" algn="ctr">
              <a:lnSpc>
                <a:spcPct val="115000"/>
              </a:lnSpc>
              <a:spcBef>
                <a:spcPts val="0"/>
              </a:spcBef>
              <a:spcAft>
                <a:spcPts val="0"/>
              </a:spcAft>
              <a:buSzPts val="3200"/>
              <a:buNone/>
              <a:defRPr/>
            </a:lvl4pPr>
            <a:lvl5pPr lvl="4" algn="ctr">
              <a:lnSpc>
                <a:spcPct val="115000"/>
              </a:lnSpc>
              <a:spcBef>
                <a:spcPts val="0"/>
              </a:spcBef>
              <a:spcAft>
                <a:spcPts val="0"/>
              </a:spcAft>
              <a:buSzPts val="3200"/>
              <a:buNone/>
              <a:defRPr/>
            </a:lvl5pPr>
            <a:lvl6pPr lvl="5" algn="ctr">
              <a:lnSpc>
                <a:spcPct val="115000"/>
              </a:lnSpc>
              <a:spcBef>
                <a:spcPts val="0"/>
              </a:spcBef>
              <a:spcAft>
                <a:spcPts val="0"/>
              </a:spcAft>
              <a:buSzPts val="3200"/>
              <a:buNone/>
              <a:defRPr/>
            </a:lvl6pPr>
            <a:lvl7pPr lvl="6" algn="ctr">
              <a:lnSpc>
                <a:spcPct val="115000"/>
              </a:lnSpc>
              <a:spcBef>
                <a:spcPts val="0"/>
              </a:spcBef>
              <a:spcAft>
                <a:spcPts val="0"/>
              </a:spcAft>
              <a:buSzPts val="3200"/>
              <a:buNone/>
              <a:defRPr/>
            </a:lvl7pPr>
            <a:lvl8pPr lvl="7" algn="ctr">
              <a:lnSpc>
                <a:spcPct val="115000"/>
              </a:lnSpc>
              <a:spcBef>
                <a:spcPts val="0"/>
              </a:spcBef>
              <a:spcAft>
                <a:spcPts val="0"/>
              </a:spcAft>
              <a:buSzPts val="3200"/>
              <a:buNone/>
              <a:defRPr/>
            </a:lvl8pPr>
            <a:lvl9pPr lvl="8" algn="ctr">
              <a:lnSpc>
                <a:spcPct val="115000"/>
              </a:lnSpc>
              <a:spcBef>
                <a:spcPts val="0"/>
              </a:spcBef>
              <a:spcAft>
                <a:spcPts val="0"/>
              </a:spcAft>
              <a:buSzPts val="32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pic>
        <p:nvPicPr>
          <p:cNvPr id="45" name="Google Shape;45;p4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6" name="Google Shape;46;p42"/>
          <p:cNvSpPr txBox="1"/>
          <p:nvPr>
            <p:ph hasCustomPrompt="1" type="title"/>
          </p:nvPr>
        </p:nvSpPr>
        <p:spPr>
          <a:xfrm>
            <a:off x="1284000" y="1558475"/>
            <a:ext cx="6576000" cy="15111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9600"/>
              <a:buNone/>
              <a:defRPr sz="9600"/>
            </a:lvl1pPr>
            <a:lvl2pPr lvl="1" algn="ctr">
              <a:lnSpc>
                <a:spcPct val="115000"/>
              </a:lnSpc>
              <a:spcBef>
                <a:spcPts val="0"/>
              </a:spcBef>
              <a:spcAft>
                <a:spcPts val="0"/>
              </a:spcAft>
              <a:buSzPts val="9600"/>
              <a:buNone/>
              <a:defRPr sz="9600"/>
            </a:lvl2pPr>
            <a:lvl3pPr lvl="2" algn="ctr">
              <a:lnSpc>
                <a:spcPct val="115000"/>
              </a:lnSpc>
              <a:spcBef>
                <a:spcPts val="0"/>
              </a:spcBef>
              <a:spcAft>
                <a:spcPts val="0"/>
              </a:spcAft>
              <a:buSzPts val="9600"/>
              <a:buNone/>
              <a:defRPr sz="9600"/>
            </a:lvl3pPr>
            <a:lvl4pPr lvl="3" algn="ctr">
              <a:lnSpc>
                <a:spcPct val="115000"/>
              </a:lnSpc>
              <a:spcBef>
                <a:spcPts val="0"/>
              </a:spcBef>
              <a:spcAft>
                <a:spcPts val="0"/>
              </a:spcAft>
              <a:buSzPts val="9600"/>
              <a:buNone/>
              <a:defRPr sz="9600"/>
            </a:lvl4pPr>
            <a:lvl5pPr lvl="4" algn="ctr">
              <a:lnSpc>
                <a:spcPct val="115000"/>
              </a:lnSpc>
              <a:spcBef>
                <a:spcPts val="0"/>
              </a:spcBef>
              <a:spcAft>
                <a:spcPts val="0"/>
              </a:spcAft>
              <a:buSzPts val="9600"/>
              <a:buNone/>
              <a:defRPr sz="9600"/>
            </a:lvl5pPr>
            <a:lvl6pPr lvl="5" algn="ctr">
              <a:lnSpc>
                <a:spcPct val="115000"/>
              </a:lnSpc>
              <a:spcBef>
                <a:spcPts val="0"/>
              </a:spcBef>
              <a:spcAft>
                <a:spcPts val="0"/>
              </a:spcAft>
              <a:buSzPts val="9600"/>
              <a:buNone/>
              <a:defRPr sz="9600"/>
            </a:lvl6pPr>
            <a:lvl7pPr lvl="6" algn="ctr">
              <a:lnSpc>
                <a:spcPct val="115000"/>
              </a:lnSpc>
              <a:spcBef>
                <a:spcPts val="0"/>
              </a:spcBef>
              <a:spcAft>
                <a:spcPts val="0"/>
              </a:spcAft>
              <a:buSzPts val="9600"/>
              <a:buNone/>
              <a:defRPr sz="9600"/>
            </a:lvl7pPr>
            <a:lvl8pPr lvl="7" algn="ctr">
              <a:lnSpc>
                <a:spcPct val="115000"/>
              </a:lnSpc>
              <a:spcBef>
                <a:spcPts val="0"/>
              </a:spcBef>
              <a:spcAft>
                <a:spcPts val="0"/>
              </a:spcAft>
              <a:buSzPts val="9600"/>
              <a:buNone/>
              <a:defRPr sz="9600"/>
            </a:lvl8pPr>
            <a:lvl9pPr lvl="8" algn="ctr">
              <a:lnSpc>
                <a:spcPct val="115000"/>
              </a:lnSpc>
              <a:spcBef>
                <a:spcPts val="0"/>
              </a:spcBef>
              <a:spcAft>
                <a:spcPts val="0"/>
              </a:spcAft>
              <a:buSzPts val="9600"/>
              <a:buNone/>
              <a:defRPr sz="9600"/>
            </a:lvl9pPr>
          </a:lstStyle>
          <a:p>
            <a:r>
              <a:t>xx%</a:t>
            </a:r>
          </a:p>
        </p:txBody>
      </p:sp>
      <p:sp>
        <p:nvSpPr>
          <p:cNvPr id="47" name="Google Shape;47;p42"/>
          <p:cNvSpPr txBox="1"/>
          <p:nvPr>
            <p:ph idx="1" type="subTitle"/>
          </p:nvPr>
        </p:nvSpPr>
        <p:spPr>
          <a:xfrm>
            <a:off x="1284000" y="3069625"/>
            <a:ext cx="65760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8" name="Shape 48"/>
        <p:cNvGrpSpPr/>
        <p:nvPr/>
      </p:nvGrpSpPr>
      <p:grpSpPr>
        <a:xfrm>
          <a:off x="0" y="0"/>
          <a:ext cx="0" cy="0"/>
          <a:chOff x="0" y="0"/>
          <a:chExt cx="0" cy="0"/>
        </a:xfrm>
      </p:grpSpPr>
      <p:pic>
        <p:nvPicPr>
          <p:cNvPr id="49" name="Google Shape;49;p43"/>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50" name="Google Shape;50;p43"/>
          <p:cNvSpPr txBox="1"/>
          <p:nvPr>
            <p:ph type="title"/>
          </p:nvPr>
        </p:nvSpPr>
        <p:spPr>
          <a:xfrm>
            <a:off x="715100" y="15472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1" name="Google Shape;51;p43"/>
          <p:cNvSpPr txBox="1"/>
          <p:nvPr>
            <p:ph idx="1" type="subTitle"/>
          </p:nvPr>
        </p:nvSpPr>
        <p:spPr>
          <a:xfrm>
            <a:off x="2050814" y="15472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2" name="Google Shape;52;p43"/>
          <p:cNvSpPr txBox="1"/>
          <p:nvPr>
            <p:ph idx="2"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a:buNone/>
              <a:defRPr b="0"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2pPr>
            <a:lvl3pPr lvl="2"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3pPr>
            <a:lvl4pPr lvl="3"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4pPr>
            <a:lvl5pPr lvl="4"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5pPr>
            <a:lvl6pPr lvl="5"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6pPr>
            <a:lvl7pPr lvl="6"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7pPr>
            <a:lvl8pPr lvl="7"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8pPr>
            <a:lvl9pPr lvl="8" algn="l">
              <a:lnSpc>
                <a:spcPct val="115000"/>
              </a:lnSpc>
              <a:spcBef>
                <a:spcPts val="0"/>
              </a:spcBef>
              <a:spcAft>
                <a:spcPts val="0"/>
              </a:spcAft>
              <a:buClr>
                <a:schemeClr val="dk1"/>
              </a:buClr>
              <a:buSzPts val="3200"/>
              <a:buFont typeface="Golos Text"/>
              <a:buNone/>
              <a:defRPr b="1" sz="3200">
                <a:solidFill>
                  <a:schemeClr val="dk1"/>
                </a:solidFill>
                <a:latin typeface="Golos Text"/>
                <a:ea typeface="Golos Text"/>
                <a:cs typeface="Golos Text"/>
                <a:sym typeface="Golos Text"/>
              </a:defRPr>
            </a:lvl9pPr>
          </a:lstStyle>
          <a:p/>
        </p:txBody>
      </p:sp>
      <p:sp>
        <p:nvSpPr>
          <p:cNvPr id="53" name="Google Shape;53;p43"/>
          <p:cNvSpPr txBox="1"/>
          <p:nvPr>
            <p:ph idx="3" type="title"/>
          </p:nvPr>
        </p:nvSpPr>
        <p:spPr>
          <a:xfrm>
            <a:off x="715100" y="22249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4" name="Google Shape;54;p43"/>
          <p:cNvSpPr txBox="1"/>
          <p:nvPr>
            <p:ph idx="4" type="subTitle"/>
          </p:nvPr>
        </p:nvSpPr>
        <p:spPr>
          <a:xfrm>
            <a:off x="2050814" y="22249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5" name="Google Shape;55;p43"/>
          <p:cNvSpPr txBox="1"/>
          <p:nvPr>
            <p:ph idx="5" type="title"/>
          </p:nvPr>
        </p:nvSpPr>
        <p:spPr>
          <a:xfrm>
            <a:off x="715100" y="29026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6" name="Google Shape;56;p43"/>
          <p:cNvSpPr txBox="1"/>
          <p:nvPr>
            <p:ph idx="6" type="subTitle"/>
          </p:nvPr>
        </p:nvSpPr>
        <p:spPr>
          <a:xfrm>
            <a:off x="2050814" y="29026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7" name="Google Shape;57;p43"/>
          <p:cNvSpPr txBox="1"/>
          <p:nvPr>
            <p:ph idx="7" type="title"/>
          </p:nvPr>
        </p:nvSpPr>
        <p:spPr>
          <a:xfrm>
            <a:off x="715100" y="3580308"/>
            <a:ext cx="13356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b="0" sz="2000">
                <a:solidFill>
                  <a:schemeClr val="accent3"/>
                </a:solidFill>
                <a:latin typeface="Golos Text Medium"/>
                <a:ea typeface="Golos Text Medium"/>
                <a:cs typeface="Golos Text Medium"/>
                <a:sym typeface="Golos Text Medium"/>
              </a:defRPr>
            </a:lvl1pPr>
            <a:lvl2pPr lvl="1" algn="l">
              <a:lnSpc>
                <a:spcPct val="115000"/>
              </a:lnSpc>
              <a:spcBef>
                <a:spcPts val="0"/>
              </a:spcBef>
              <a:spcAft>
                <a:spcPts val="0"/>
              </a:spcAft>
              <a:buSzPts val="3000"/>
              <a:buNone/>
              <a:defRPr sz="3000"/>
            </a:lvl2pPr>
            <a:lvl3pPr lvl="2" algn="l">
              <a:lnSpc>
                <a:spcPct val="115000"/>
              </a:lnSpc>
              <a:spcBef>
                <a:spcPts val="0"/>
              </a:spcBef>
              <a:spcAft>
                <a:spcPts val="0"/>
              </a:spcAft>
              <a:buSzPts val="3000"/>
              <a:buNone/>
              <a:defRPr sz="3000"/>
            </a:lvl3pPr>
            <a:lvl4pPr lvl="3" algn="l">
              <a:lnSpc>
                <a:spcPct val="115000"/>
              </a:lnSpc>
              <a:spcBef>
                <a:spcPts val="0"/>
              </a:spcBef>
              <a:spcAft>
                <a:spcPts val="0"/>
              </a:spcAft>
              <a:buSzPts val="3000"/>
              <a:buNone/>
              <a:defRPr sz="3000"/>
            </a:lvl4pPr>
            <a:lvl5pPr lvl="4" algn="l">
              <a:lnSpc>
                <a:spcPct val="115000"/>
              </a:lnSpc>
              <a:spcBef>
                <a:spcPts val="0"/>
              </a:spcBef>
              <a:spcAft>
                <a:spcPts val="0"/>
              </a:spcAft>
              <a:buSzPts val="3000"/>
              <a:buNone/>
              <a:defRPr sz="3000"/>
            </a:lvl5pPr>
            <a:lvl6pPr lvl="5" algn="l">
              <a:lnSpc>
                <a:spcPct val="115000"/>
              </a:lnSpc>
              <a:spcBef>
                <a:spcPts val="0"/>
              </a:spcBef>
              <a:spcAft>
                <a:spcPts val="0"/>
              </a:spcAft>
              <a:buSzPts val="3000"/>
              <a:buNone/>
              <a:defRPr sz="3000"/>
            </a:lvl6pPr>
            <a:lvl7pPr lvl="6" algn="l">
              <a:lnSpc>
                <a:spcPct val="115000"/>
              </a:lnSpc>
              <a:spcBef>
                <a:spcPts val="0"/>
              </a:spcBef>
              <a:spcAft>
                <a:spcPts val="0"/>
              </a:spcAft>
              <a:buSzPts val="3000"/>
              <a:buNone/>
              <a:defRPr sz="3000"/>
            </a:lvl7pPr>
            <a:lvl8pPr lvl="7" algn="l">
              <a:lnSpc>
                <a:spcPct val="115000"/>
              </a:lnSpc>
              <a:spcBef>
                <a:spcPts val="0"/>
              </a:spcBef>
              <a:spcAft>
                <a:spcPts val="0"/>
              </a:spcAft>
              <a:buSzPts val="3000"/>
              <a:buNone/>
              <a:defRPr sz="3000"/>
            </a:lvl8pPr>
            <a:lvl9pPr lvl="8" algn="l">
              <a:lnSpc>
                <a:spcPct val="115000"/>
              </a:lnSpc>
              <a:spcBef>
                <a:spcPts val="0"/>
              </a:spcBef>
              <a:spcAft>
                <a:spcPts val="0"/>
              </a:spcAft>
              <a:buSzPts val="3000"/>
              <a:buNone/>
              <a:defRPr sz="3000"/>
            </a:lvl9pPr>
          </a:lstStyle>
          <a:p/>
        </p:txBody>
      </p:sp>
      <p:sp>
        <p:nvSpPr>
          <p:cNvPr id="58" name="Google Shape;58;p43"/>
          <p:cNvSpPr txBox="1"/>
          <p:nvPr>
            <p:ph idx="8" type="subTitle"/>
          </p:nvPr>
        </p:nvSpPr>
        <p:spPr>
          <a:xfrm>
            <a:off x="2050814" y="3580308"/>
            <a:ext cx="6378300" cy="5253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9" name="Shape 59"/>
        <p:cNvGrpSpPr/>
        <p:nvPr/>
      </p:nvGrpSpPr>
      <p:grpSpPr>
        <a:xfrm>
          <a:off x="0" y="0"/>
          <a:ext cx="0" cy="0"/>
          <a:chOff x="0" y="0"/>
          <a:chExt cx="0" cy="0"/>
        </a:xfrm>
      </p:grpSpPr>
      <p:pic>
        <p:nvPicPr>
          <p:cNvPr id="60" name="Google Shape;60;p44"/>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61" name="Google Shape;61;p44"/>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algn="l">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p:txBody>
      </p:sp>
      <p:sp>
        <p:nvSpPr>
          <p:cNvPr id="62" name="Google Shape;62;p44"/>
          <p:cNvSpPr txBox="1"/>
          <p:nvPr>
            <p:ph idx="1" type="body"/>
          </p:nvPr>
        </p:nvSpPr>
        <p:spPr>
          <a:xfrm>
            <a:off x="715100" y="1242450"/>
            <a:ext cx="7713900" cy="3366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indent="-317500" lvl="1" marL="914400" algn="l">
              <a:lnSpc>
                <a:spcPct val="115000"/>
              </a:lnSpc>
              <a:spcBef>
                <a:spcPts val="10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indent="-317500" lvl="2" marL="1371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indent="-317500" lvl="3" marL="1828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indent="-317500" lvl="4" marL="22860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indent="-317500" lvl="5" marL="27432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indent="-317500" lvl="6" marL="32004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indent="-317500" lvl="7" marL="36576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indent="-317500" lvl="8" marL="4114800" algn="l">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63" name="Shape 63"/>
        <p:cNvGrpSpPr/>
        <p:nvPr/>
      </p:nvGrpSpPr>
      <p:grpSpPr>
        <a:xfrm>
          <a:off x="0" y="0"/>
          <a:ext cx="0" cy="0"/>
          <a:chOff x="0" y="0"/>
          <a:chExt cx="0" cy="0"/>
        </a:xfrm>
      </p:grpSpPr>
      <p:pic>
        <p:nvPicPr>
          <p:cNvPr id="64" name="Google Shape;64;p45"/>
          <p:cNvPicPr preferRelativeResize="0"/>
          <p:nvPr/>
        </p:nvPicPr>
        <p:blipFill rotWithShape="1">
          <a:blip r:embed="rId2">
            <a:alphaModFix/>
          </a:blip>
          <a:srcRect b="0" l="0" r="0" t="0"/>
          <a:stretch/>
        </p:blipFill>
        <p:spPr>
          <a:xfrm rot="10800000">
            <a:off x="0" y="0"/>
            <a:ext cx="9144000" cy="5143500"/>
          </a:xfrm>
          <a:prstGeom prst="rect">
            <a:avLst/>
          </a:prstGeom>
          <a:noFill/>
          <a:ln>
            <a:noFill/>
          </a:ln>
        </p:spPr>
      </p:pic>
      <p:sp>
        <p:nvSpPr>
          <p:cNvPr id="65" name="Google Shape;65;p45"/>
          <p:cNvSpPr txBox="1"/>
          <p:nvPr>
            <p:ph type="ctrTitle"/>
          </p:nvPr>
        </p:nvSpPr>
        <p:spPr>
          <a:xfrm>
            <a:off x="715100" y="641725"/>
            <a:ext cx="3856800" cy="105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5200"/>
              <a:buNone/>
              <a:defRPr sz="5000"/>
            </a:lvl1pPr>
            <a:lvl2pPr lvl="1" algn="ctr">
              <a:lnSpc>
                <a:spcPct val="115000"/>
              </a:lnSpc>
              <a:spcBef>
                <a:spcPts val="0"/>
              </a:spcBef>
              <a:spcAft>
                <a:spcPts val="0"/>
              </a:spcAft>
              <a:buSzPts val="5200"/>
              <a:buNone/>
              <a:defRPr sz="5200"/>
            </a:lvl2pPr>
            <a:lvl3pPr lvl="2" algn="ctr">
              <a:lnSpc>
                <a:spcPct val="115000"/>
              </a:lnSpc>
              <a:spcBef>
                <a:spcPts val="0"/>
              </a:spcBef>
              <a:spcAft>
                <a:spcPts val="0"/>
              </a:spcAft>
              <a:buSzPts val="5200"/>
              <a:buNone/>
              <a:defRPr sz="5200"/>
            </a:lvl3pPr>
            <a:lvl4pPr lvl="3" algn="ctr">
              <a:lnSpc>
                <a:spcPct val="115000"/>
              </a:lnSpc>
              <a:spcBef>
                <a:spcPts val="0"/>
              </a:spcBef>
              <a:spcAft>
                <a:spcPts val="0"/>
              </a:spcAft>
              <a:buSzPts val="5200"/>
              <a:buNone/>
              <a:defRPr sz="5200"/>
            </a:lvl4pPr>
            <a:lvl5pPr lvl="4" algn="ctr">
              <a:lnSpc>
                <a:spcPct val="115000"/>
              </a:lnSpc>
              <a:spcBef>
                <a:spcPts val="0"/>
              </a:spcBef>
              <a:spcAft>
                <a:spcPts val="0"/>
              </a:spcAft>
              <a:buSzPts val="5200"/>
              <a:buNone/>
              <a:defRPr sz="5200"/>
            </a:lvl5pPr>
            <a:lvl6pPr lvl="5" algn="ctr">
              <a:lnSpc>
                <a:spcPct val="115000"/>
              </a:lnSpc>
              <a:spcBef>
                <a:spcPts val="0"/>
              </a:spcBef>
              <a:spcAft>
                <a:spcPts val="0"/>
              </a:spcAft>
              <a:buSzPts val="5200"/>
              <a:buNone/>
              <a:defRPr sz="5200"/>
            </a:lvl6pPr>
            <a:lvl7pPr lvl="6" algn="ctr">
              <a:lnSpc>
                <a:spcPct val="115000"/>
              </a:lnSpc>
              <a:spcBef>
                <a:spcPts val="0"/>
              </a:spcBef>
              <a:spcAft>
                <a:spcPts val="0"/>
              </a:spcAft>
              <a:buSzPts val="5200"/>
              <a:buNone/>
              <a:defRPr sz="5200"/>
            </a:lvl7pPr>
            <a:lvl8pPr lvl="7" algn="ctr">
              <a:lnSpc>
                <a:spcPct val="115000"/>
              </a:lnSpc>
              <a:spcBef>
                <a:spcPts val="0"/>
              </a:spcBef>
              <a:spcAft>
                <a:spcPts val="0"/>
              </a:spcAft>
              <a:buSzPts val="5200"/>
              <a:buNone/>
              <a:defRPr sz="5200"/>
            </a:lvl8pPr>
            <a:lvl9pPr lvl="8" algn="ctr">
              <a:lnSpc>
                <a:spcPct val="115000"/>
              </a:lnSpc>
              <a:spcBef>
                <a:spcPts val="0"/>
              </a:spcBef>
              <a:spcAft>
                <a:spcPts val="0"/>
              </a:spcAft>
              <a:buSzPts val="5200"/>
              <a:buNone/>
              <a:defRPr sz="5200"/>
            </a:lvl9pPr>
          </a:lstStyle>
          <a:p/>
        </p:txBody>
      </p:sp>
      <p:sp>
        <p:nvSpPr>
          <p:cNvPr id="66" name="Google Shape;66;p45"/>
          <p:cNvSpPr txBox="1"/>
          <p:nvPr>
            <p:ph idx="1" type="subTitle"/>
          </p:nvPr>
        </p:nvSpPr>
        <p:spPr>
          <a:xfrm>
            <a:off x="715100" y="1548250"/>
            <a:ext cx="3856800" cy="1422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7" name="Google Shape;67;p45"/>
          <p:cNvSpPr txBox="1"/>
          <p:nvPr/>
        </p:nvSpPr>
        <p:spPr>
          <a:xfrm>
            <a:off x="715100" y="3449850"/>
            <a:ext cx="3856800" cy="565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Gantari"/>
                <a:ea typeface="Gantari"/>
                <a:cs typeface="Gantari"/>
                <a:sym typeface="Gantari"/>
              </a:rPr>
              <a:t>CREDITS:</a:t>
            </a:r>
            <a:r>
              <a:rPr b="0" i="0" lang="en" sz="1000" u="none" cap="none" strike="noStrike">
                <a:solidFill>
                  <a:schemeClr val="dk1"/>
                </a:solidFill>
                <a:latin typeface="Gantari"/>
                <a:ea typeface="Gantari"/>
                <a:cs typeface="Gantari"/>
                <a:sym typeface="Gantari"/>
              </a:rPr>
              <a:t> This presentation template was created by </a:t>
            </a:r>
            <a:r>
              <a:rPr b="1" i="0" lang="en" sz="1000" u="none" cap="none" strike="noStrike">
                <a:solidFill>
                  <a:schemeClr val="dk1"/>
                </a:solidFill>
                <a:latin typeface="Gantari"/>
                <a:ea typeface="Gantari"/>
                <a:cs typeface="Gantari"/>
                <a:sym typeface="Gantari"/>
              </a:rPr>
              <a:t>Slidesgo</a:t>
            </a:r>
            <a:r>
              <a:rPr b="0" i="0" lang="en" sz="1000" u="none" cap="none" strike="noStrike">
                <a:solidFill>
                  <a:schemeClr val="dk1"/>
                </a:solidFill>
                <a:latin typeface="Gantari"/>
                <a:ea typeface="Gantari"/>
                <a:cs typeface="Gantari"/>
                <a:sym typeface="Gantari"/>
              </a:rPr>
              <a:t> and includes icons by </a:t>
            </a:r>
            <a:r>
              <a:rPr b="1" i="0" lang="en" sz="1000" u="none" cap="none" strike="noStrike">
                <a:solidFill>
                  <a:schemeClr val="dk1"/>
                </a:solidFill>
                <a:latin typeface="Gantari"/>
                <a:ea typeface="Gantari"/>
                <a:cs typeface="Gantari"/>
                <a:sym typeface="Gantari"/>
              </a:rPr>
              <a:t>Flaticon</a:t>
            </a:r>
            <a:r>
              <a:rPr b="0" i="0" lang="en" sz="1000" u="none" cap="none" strike="noStrike">
                <a:solidFill>
                  <a:schemeClr val="dk1"/>
                </a:solidFill>
                <a:latin typeface="Gantari"/>
                <a:ea typeface="Gantari"/>
                <a:cs typeface="Gantari"/>
                <a:sym typeface="Gantari"/>
              </a:rPr>
              <a:t>, infographics &amp; images by </a:t>
            </a:r>
            <a:r>
              <a:rPr b="1" i="0" lang="en" sz="1000" u="none" cap="none" strike="noStrike">
                <a:solidFill>
                  <a:schemeClr val="dk1"/>
                </a:solidFill>
                <a:latin typeface="Gantari"/>
                <a:ea typeface="Gantari"/>
                <a:cs typeface="Gantari"/>
                <a:sym typeface="Gantari"/>
              </a:rPr>
              <a:t>Freepik</a:t>
            </a:r>
            <a:r>
              <a:rPr b="0" i="0" lang="en" sz="1000" u="none" cap="none" strike="noStrike">
                <a:solidFill>
                  <a:schemeClr val="dk1"/>
                </a:solidFill>
                <a:latin typeface="Gantari"/>
                <a:ea typeface="Gantari"/>
                <a:cs typeface="Gantari"/>
                <a:sym typeface="Gantari"/>
              </a:rPr>
              <a:t> and content by </a:t>
            </a:r>
            <a:r>
              <a:rPr b="1" i="0" lang="en" sz="1000" u="none" cap="none" strike="noStrike">
                <a:solidFill>
                  <a:schemeClr val="dk1"/>
                </a:solidFill>
                <a:latin typeface="Gantari"/>
                <a:ea typeface="Gantari"/>
                <a:cs typeface="Gantari"/>
                <a:sym typeface="Gantari"/>
              </a:rPr>
              <a:t>Eliana Delacour</a:t>
            </a:r>
            <a:endParaRPr b="1" i="0" sz="1000" u="none" cap="none" strike="noStrike">
              <a:solidFill>
                <a:schemeClr val="dk1"/>
              </a:solidFill>
              <a:latin typeface="Gantari"/>
              <a:ea typeface="Gantari"/>
              <a:cs typeface="Gantari"/>
              <a:sym typeface="Ganta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8" name="Shape 68"/>
        <p:cNvGrpSpPr/>
        <p:nvPr/>
      </p:nvGrpSpPr>
      <p:grpSpPr>
        <a:xfrm>
          <a:off x="0" y="0"/>
          <a:ext cx="0" cy="0"/>
          <a:chOff x="0" y="0"/>
          <a:chExt cx="0" cy="0"/>
        </a:xfrm>
      </p:grpSpPr>
      <p:pic>
        <p:nvPicPr>
          <p:cNvPr id="69" name="Google Shape;69;p46"/>
          <p:cNvPicPr preferRelativeResize="0"/>
          <p:nvPr/>
        </p:nvPicPr>
        <p:blipFill rotWithShape="1">
          <a:blip r:embed="rId2">
            <a:alphaModFix amt="67000"/>
          </a:blip>
          <a:srcRect b="0" l="0" r="0" t="0"/>
          <a:stretch/>
        </p:blipFill>
        <p:spPr>
          <a:xfrm flipH="1">
            <a:off x="0" y="0"/>
            <a:ext cx="9144000" cy="51435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70" name="Shape 70"/>
        <p:cNvGrpSpPr/>
        <p:nvPr/>
      </p:nvGrpSpPr>
      <p:grpSpPr>
        <a:xfrm>
          <a:off x="0" y="0"/>
          <a:ext cx="0" cy="0"/>
          <a:chOff x="0" y="0"/>
          <a:chExt cx="0" cy="0"/>
        </a:xfrm>
      </p:grpSpPr>
      <p:pic>
        <p:nvPicPr>
          <p:cNvPr id="71" name="Google Shape;71;p47"/>
          <p:cNvPicPr preferRelativeResize="0"/>
          <p:nvPr/>
        </p:nvPicPr>
        <p:blipFill rotWithShape="1">
          <a:blip r:embed="rId2">
            <a:alphaModFix amt="29000"/>
          </a:blip>
          <a:srcRect b="0" l="0" r="0" t="0"/>
          <a:stretch/>
        </p:blipFill>
        <p:spPr>
          <a:xfrm flipH="1">
            <a:off x="0" y="0"/>
            <a:ext cx="9144000" cy="51435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9">
    <p:bg>
      <p:bgPr>
        <a:blipFill>
          <a:blip r:embed="rId2">
            <a:alphaModFix/>
          </a:blip>
          <a:stretch>
            <a:fillRect/>
          </a:stretch>
        </a:blipFill>
      </p:bgPr>
    </p:bg>
    <p:spTree>
      <p:nvGrpSpPr>
        <p:cNvPr id="72" name="Shape 72"/>
        <p:cNvGrpSpPr/>
        <p:nvPr/>
      </p:nvGrpSpPr>
      <p:grpSpPr>
        <a:xfrm>
          <a:off x="0" y="0"/>
          <a:ext cx="0" cy="0"/>
          <a:chOff x="0" y="0"/>
          <a:chExt cx="0" cy="0"/>
        </a:xfrm>
      </p:grpSpPr>
      <p:sp>
        <p:nvSpPr>
          <p:cNvPr id="73" name="Google Shape;73;p48"/>
          <p:cNvSpPr txBox="1"/>
          <p:nvPr>
            <p:ph type="ctrTitle"/>
          </p:nvPr>
        </p:nvSpPr>
        <p:spPr>
          <a:xfrm>
            <a:off x="1964851" y="352850"/>
            <a:ext cx="5214300" cy="9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pic>
        <p:nvPicPr>
          <p:cNvPr id="74" name="Google Shape;74;p48"/>
          <p:cNvPicPr preferRelativeResize="0"/>
          <p:nvPr/>
        </p:nvPicPr>
        <p:blipFill rotWithShape="1">
          <a:blip r:embed="rId3">
            <a:alphaModFix amt="50000"/>
          </a:blip>
          <a:srcRect b="0" l="0" r="0" t="0"/>
          <a:stretch/>
        </p:blipFill>
        <p:spPr>
          <a:xfrm>
            <a:off x="8282600" y="27698"/>
            <a:ext cx="861399" cy="32515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5" name="Shape 75"/>
        <p:cNvGrpSpPr/>
        <p:nvPr/>
      </p:nvGrpSpPr>
      <p:grpSpPr>
        <a:xfrm>
          <a:off x="0" y="0"/>
          <a:ext cx="0" cy="0"/>
          <a:chOff x="0" y="0"/>
          <a:chExt cx="0" cy="0"/>
        </a:xfrm>
      </p:grpSpPr>
      <p:sp>
        <p:nvSpPr>
          <p:cNvPr id="76" name="Google Shape;76;g3c65e6b96d2_0_68"/>
          <p:cNvSpPr txBox="1"/>
          <p:nvPr>
            <p:ph type="title"/>
          </p:nvPr>
        </p:nvSpPr>
        <p:spPr>
          <a:xfrm>
            <a:off x="6039715" y="1702035"/>
            <a:ext cx="1763100" cy="1013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3000"/>
              <a:buNone/>
              <a:defRPr b="0" i="0" sz="3500">
                <a:solidFill>
                  <a:schemeClr val="dk1"/>
                </a:solidFill>
                <a:latin typeface="Arial"/>
                <a:ea typeface="Arial"/>
                <a:cs typeface="Arial"/>
                <a:sym typeface="Arial"/>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7" name="Google Shape;77;g3c65e6b96d2_0_68"/>
          <p:cNvSpPr txBox="1"/>
          <p:nvPr>
            <p:ph idx="1" type="body"/>
          </p:nvPr>
        </p:nvSpPr>
        <p:spPr>
          <a:xfrm>
            <a:off x="540124" y="909097"/>
            <a:ext cx="3945000" cy="1051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42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8" name="Google Shape;78;g3c65e6b96d2_0_68"/>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700"/>
              <a:buNone/>
              <a:defRPr sz="700">
                <a:solidFill>
                  <a:srgbClr val="888888"/>
                </a:solidFill>
              </a:defRPr>
            </a:lvl1pPr>
            <a:lvl2pPr lvl="1">
              <a:spcBef>
                <a:spcPts val="0"/>
              </a:spcBef>
              <a:spcAft>
                <a:spcPts val="0"/>
              </a:spcAft>
              <a:buSzPts val="700"/>
              <a:buNone/>
              <a:defRPr sz="700"/>
            </a:lvl2pPr>
            <a:lvl3pPr lvl="2">
              <a:spcBef>
                <a:spcPts val="0"/>
              </a:spcBef>
              <a:spcAft>
                <a:spcPts val="0"/>
              </a:spcAft>
              <a:buSzPts val="700"/>
              <a:buNone/>
              <a:defRPr sz="700"/>
            </a:lvl3pPr>
            <a:lvl4pPr lvl="3">
              <a:spcBef>
                <a:spcPts val="0"/>
              </a:spcBef>
              <a:spcAft>
                <a:spcPts val="0"/>
              </a:spcAft>
              <a:buSzPts val="700"/>
              <a:buNone/>
              <a:defRPr sz="700"/>
            </a:lvl4pPr>
            <a:lvl5pPr lvl="4">
              <a:spcBef>
                <a:spcPts val="0"/>
              </a:spcBef>
              <a:spcAft>
                <a:spcPts val="0"/>
              </a:spcAft>
              <a:buSzPts val="700"/>
              <a:buNone/>
              <a:defRPr sz="700"/>
            </a:lvl5pPr>
            <a:lvl6pPr lvl="5">
              <a:spcBef>
                <a:spcPts val="0"/>
              </a:spcBef>
              <a:spcAft>
                <a:spcPts val="0"/>
              </a:spcAft>
              <a:buSzPts val="700"/>
              <a:buNone/>
              <a:defRPr sz="700"/>
            </a:lvl6pPr>
            <a:lvl7pPr lvl="6">
              <a:spcBef>
                <a:spcPts val="0"/>
              </a:spcBef>
              <a:spcAft>
                <a:spcPts val="0"/>
              </a:spcAft>
              <a:buSzPts val="700"/>
              <a:buNone/>
              <a:defRPr sz="700"/>
            </a:lvl7pPr>
            <a:lvl8pPr lvl="7">
              <a:spcBef>
                <a:spcPts val="0"/>
              </a:spcBef>
              <a:spcAft>
                <a:spcPts val="0"/>
              </a:spcAft>
              <a:buSzPts val="700"/>
              <a:buNone/>
              <a:defRPr sz="700"/>
            </a:lvl8pPr>
            <a:lvl9pPr lvl="8">
              <a:spcBef>
                <a:spcPts val="0"/>
              </a:spcBef>
              <a:spcAft>
                <a:spcPts val="0"/>
              </a:spcAft>
              <a:buSzPts val="700"/>
              <a:buNone/>
              <a:defRPr sz="700"/>
            </a:lvl9pPr>
          </a:lstStyle>
          <a:p/>
        </p:txBody>
      </p:sp>
      <p:sp>
        <p:nvSpPr>
          <p:cNvPr id="79" name="Google Shape;79;g3c65e6b96d2_0_68"/>
          <p:cNvSpPr txBox="1"/>
          <p:nvPr>
            <p:ph idx="10" type="dt"/>
          </p:nvPr>
        </p:nvSpPr>
        <p:spPr>
          <a:xfrm>
            <a:off x="457200" y="4783455"/>
            <a:ext cx="21033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sz="700">
                <a:solidFill>
                  <a:srgbClr val="888888"/>
                </a:solidFill>
              </a:defRPr>
            </a:lvl1pPr>
            <a:lvl2pPr lvl="1">
              <a:spcBef>
                <a:spcPts val="0"/>
              </a:spcBef>
              <a:spcAft>
                <a:spcPts val="0"/>
              </a:spcAft>
              <a:buSzPts val="700"/>
              <a:buNone/>
              <a:defRPr sz="700"/>
            </a:lvl2pPr>
            <a:lvl3pPr lvl="2">
              <a:spcBef>
                <a:spcPts val="0"/>
              </a:spcBef>
              <a:spcAft>
                <a:spcPts val="0"/>
              </a:spcAft>
              <a:buSzPts val="700"/>
              <a:buNone/>
              <a:defRPr sz="700"/>
            </a:lvl3pPr>
            <a:lvl4pPr lvl="3">
              <a:spcBef>
                <a:spcPts val="0"/>
              </a:spcBef>
              <a:spcAft>
                <a:spcPts val="0"/>
              </a:spcAft>
              <a:buSzPts val="700"/>
              <a:buNone/>
              <a:defRPr sz="700"/>
            </a:lvl4pPr>
            <a:lvl5pPr lvl="4">
              <a:spcBef>
                <a:spcPts val="0"/>
              </a:spcBef>
              <a:spcAft>
                <a:spcPts val="0"/>
              </a:spcAft>
              <a:buSzPts val="700"/>
              <a:buNone/>
              <a:defRPr sz="700"/>
            </a:lvl5pPr>
            <a:lvl6pPr lvl="5">
              <a:spcBef>
                <a:spcPts val="0"/>
              </a:spcBef>
              <a:spcAft>
                <a:spcPts val="0"/>
              </a:spcAft>
              <a:buSzPts val="700"/>
              <a:buNone/>
              <a:defRPr sz="700"/>
            </a:lvl6pPr>
            <a:lvl7pPr lvl="6">
              <a:spcBef>
                <a:spcPts val="0"/>
              </a:spcBef>
              <a:spcAft>
                <a:spcPts val="0"/>
              </a:spcAft>
              <a:buSzPts val="700"/>
              <a:buNone/>
              <a:defRPr sz="700"/>
            </a:lvl7pPr>
            <a:lvl8pPr lvl="7">
              <a:spcBef>
                <a:spcPts val="0"/>
              </a:spcBef>
              <a:spcAft>
                <a:spcPts val="0"/>
              </a:spcAft>
              <a:buSzPts val="700"/>
              <a:buNone/>
              <a:defRPr sz="700"/>
            </a:lvl8pPr>
            <a:lvl9pPr lvl="8">
              <a:spcBef>
                <a:spcPts val="0"/>
              </a:spcBef>
              <a:spcAft>
                <a:spcPts val="0"/>
              </a:spcAft>
              <a:buSzPts val="700"/>
              <a:buNone/>
              <a:defRPr sz="700"/>
            </a:lvl9pPr>
          </a:lstStyle>
          <a:p/>
        </p:txBody>
      </p:sp>
      <p:sp>
        <p:nvSpPr>
          <p:cNvPr id="80" name="Google Shape;80;g3c65e6b96d2_0_68"/>
          <p:cNvSpPr txBox="1"/>
          <p:nvPr>
            <p:ph idx="12" type="sldNum"/>
          </p:nvPr>
        </p:nvSpPr>
        <p:spPr>
          <a:xfrm>
            <a:off x="6583680" y="4783455"/>
            <a:ext cx="2103300" cy="107700"/>
          </a:xfrm>
          <a:prstGeom prst="rect">
            <a:avLst/>
          </a:prstGeom>
          <a:noFill/>
          <a:ln>
            <a:noFill/>
          </a:ln>
        </p:spPr>
        <p:txBody>
          <a:bodyPr anchorCtr="0" anchor="t" bIns="0" lIns="0" spcFirstLastPara="1" rIns="0" wrap="square" tIns="0">
            <a:spAutoFit/>
          </a:bodyPr>
          <a:lstStyle>
            <a:lvl1pPr indent="0" lvl="0" algn="r">
              <a:spcBef>
                <a:spcPts val="0"/>
              </a:spcBef>
              <a:buNone/>
              <a:defRPr sz="700">
                <a:solidFill>
                  <a:srgbClr val="888888"/>
                </a:solidFill>
              </a:defRPr>
            </a:lvl1pPr>
            <a:lvl2pPr indent="0" lvl="1" algn="r">
              <a:spcBef>
                <a:spcPts val="0"/>
              </a:spcBef>
              <a:buNone/>
              <a:defRPr sz="700">
                <a:solidFill>
                  <a:srgbClr val="888888"/>
                </a:solidFill>
              </a:defRPr>
            </a:lvl2pPr>
            <a:lvl3pPr indent="0" lvl="2" algn="r">
              <a:spcBef>
                <a:spcPts val="0"/>
              </a:spcBef>
              <a:buNone/>
              <a:defRPr sz="700">
                <a:solidFill>
                  <a:srgbClr val="888888"/>
                </a:solidFill>
              </a:defRPr>
            </a:lvl3pPr>
            <a:lvl4pPr indent="0" lvl="3" algn="r">
              <a:spcBef>
                <a:spcPts val="0"/>
              </a:spcBef>
              <a:buNone/>
              <a:defRPr sz="700">
                <a:solidFill>
                  <a:srgbClr val="888888"/>
                </a:solidFill>
              </a:defRPr>
            </a:lvl4pPr>
            <a:lvl5pPr indent="0" lvl="4" algn="r">
              <a:spcBef>
                <a:spcPts val="0"/>
              </a:spcBef>
              <a:buNone/>
              <a:defRPr sz="700">
                <a:solidFill>
                  <a:srgbClr val="888888"/>
                </a:solidFill>
              </a:defRPr>
            </a:lvl5pPr>
            <a:lvl6pPr indent="0" lvl="5" algn="r">
              <a:spcBef>
                <a:spcPts val="0"/>
              </a:spcBef>
              <a:buNone/>
              <a:defRPr sz="700">
                <a:solidFill>
                  <a:srgbClr val="888888"/>
                </a:solidFill>
              </a:defRPr>
            </a:lvl6pPr>
            <a:lvl7pPr indent="0" lvl="6" algn="r">
              <a:spcBef>
                <a:spcPts val="0"/>
              </a:spcBef>
              <a:buNone/>
              <a:defRPr sz="700">
                <a:solidFill>
                  <a:srgbClr val="888888"/>
                </a:solidFill>
              </a:defRPr>
            </a:lvl7pPr>
            <a:lvl8pPr indent="0" lvl="7" algn="r">
              <a:spcBef>
                <a:spcPts val="0"/>
              </a:spcBef>
              <a:buNone/>
              <a:defRPr sz="700">
                <a:solidFill>
                  <a:srgbClr val="888888"/>
                </a:solidFill>
              </a:defRPr>
            </a:lvl8pPr>
            <a:lvl9pPr indent="0" lvl="8" algn="r">
              <a:spcBef>
                <a:spcPts val="0"/>
              </a:spcBef>
              <a:buNone/>
              <a:defRPr sz="700">
                <a:solidFill>
                  <a:srgbClr val="888888"/>
                </a:solidFill>
              </a:defRPr>
            </a:lvl9pPr>
          </a:lstStyle>
          <a:p>
            <a:pPr indent="0" lvl="0" marL="0" rtl="0" algn="r">
              <a:spcBef>
                <a:spcPts val="0"/>
              </a:spcBef>
              <a:spcAft>
                <a:spcPts val="0"/>
              </a:spcAft>
              <a:buNone/>
            </a:pPr>
            <a:fld id="{00000000-1234-1234-1234-123412341234}" type="slidenum">
              <a:rPr lang="en"/>
              <a:t>‹#›</a:t>
            </a:fld>
            <a:endParaRPr>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4"/>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715100" y="535000"/>
            <a:ext cx="7713900" cy="707400"/>
          </a:xfrm>
          <a:prstGeom prst="rect">
            <a:avLst/>
          </a:prstGeom>
          <a:noFill/>
          <a:ln>
            <a:noFill/>
          </a:ln>
        </p:spPr>
        <p:txBody>
          <a:bodyPr anchorCtr="0" anchor="t" bIns="91425" lIns="91425" spcFirstLastPara="1" rIns="91425" wrap="square" tIns="91425">
            <a:noAutofit/>
          </a:bodyPr>
          <a:lstStyle>
            <a:lvl1pPr lvl="0" marR="0" rtl="0" algn="l">
              <a:lnSpc>
                <a:spcPct val="115000"/>
              </a:lnSpc>
              <a:spcBef>
                <a:spcPts val="0"/>
              </a:spcBef>
              <a:spcAft>
                <a:spcPts val="0"/>
              </a:spcAft>
              <a:buClr>
                <a:schemeClr val="dk1"/>
              </a:buClr>
              <a:buSzPts val="3000"/>
              <a:buFont typeface="Golos Text Medium"/>
              <a:buNone/>
              <a:defRPr b="0" i="0" sz="3000" u="none" cap="none" strike="noStrike">
                <a:solidFill>
                  <a:schemeClr val="dk1"/>
                </a:solidFill>
                <a:latin typeface="Golos Text Medium"/>
                <a:ea typeface="Golos Text Medium"/>
                <a:cs typeface="Golos Text Medium"/>
                <a:sym typeface="Golos Text Medium"/>
              </a:defRPr>
            </a:lvl1pPr>
            <a:lvl2pPr lvl="1"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2pPr>
            <a:lvl3pPr lvl="2"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3pPr>
            <a:lvl4pPr lvl="3"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4pPr>
            <a:lvl5pPr lvl="4"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5pPr>
            <a:lvl6pPr lvl="5"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6pPr>
            <a:lvl7pPr lvl="6"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7pPr>
            <a:lvl8pPr lvl="7"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8pPr>
            <a:lvl9pPr lvl="8" marR="0" rtl="0" algn="l">
              <a:lnSpc>
                <a:spcPct val="115000"/>
              </a:lnSpc>
              <a:spcBef>
                <a:spcPts val="0"/>
              </a:spcBef>
              <a:spcAft>
                <a:spcPts val="0"/>
              </a:spcAft>
              <a:buClr>
                <a:schemeClr val="dk1"/>
              </a:buClr>
              <a:buSzPts val="3200"/>
              <a:buFont typeface="Golos Text Medium"/>
              <a:buNone/>
              <a:defRPr b="0" i="0" sz="3200" u="none" cap="none" strike="noStrike">
                <a:solidFill>
                  <a:schemeClr val="dk1"/>
                </a:solidFill>
                <a:latin typeface="Golos Text Medium"/>
                <a:ea typeface="Golos Text Medium"/>
                <a:cs typeface="Golos Text Medium"/>
                <a:sym typeface="Golos Text Medium"/>
              </a:defRPr>
            </a:lvl9pPr>
          </a:lstStyle>
          <a:p/>
        </p:txBody>
      </p:sp>
      <p:sp>
        <p:nvSpPr>
          <p:cNvPr id="7" name="Google Shape;7;p31"/>
          <p:cNvSpPr txBox="1"/>
          <p:nvPr>
            <p:ph idx="1" type="body"/>
          </p:nvPr>
        </p:nvSpPr>
        <p:spPr>
          <a:xfrm>
            <a:off x="715100" y="1242450"/>
            <a:ext cx="7713900" cy="3366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1pPr>
            <a:lvl2pPr indent="-317500" lvl="1" marL="9144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2pPr>
            <a:lvl3pPr indent="-317500" lvl="2" marL="13716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3pPr>
            <a:lvl4pPr indent="-317500" lvl="3" marL="18288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4pPr>
            <a:lvl5pPr indent="-317500" lvl="4" marL="22860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5pPr>
            <a:lvl6pPr indent="-317500" lvl="5" marL="27432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6pPr>
            <a:lvl7pPr indent="-317500" lvl="6" marL="32004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7pPr>
            <a:lvl8pPr indent="-317500" lvl="7" marL="36576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8pPr>
            <a:lvl9pPr indent="-317500" lvl="8" marL="4114800" marR="0" rtl="0" algn="l">
              <a:lnSpc>
                <a:spcPct val="115000"/>
              </a:lnSpc>
              <a:spcBef>
                <a:spcPts val="0"/>
              </a:spcBef>
              <a:spcAft>
                <a:spcPts val="0"/>
              </a:spcAft>
              <a:buClr>
                <a:schemeClr val="dk1"/>
              </a:buClr>
              <a:buSzPts val="1400"/>
              <a:buFont typeface="Golos Text"/>
              <a:buChar char="■"/>
              <a:defRPr b="0" i="0" sz="1400" u="none" cap="none" strike="noStrike">
                <a:solidFill>
                  <a:schemeClr val="dk1"/>
                </a:solidFill>
                <a:latin typeface="Golos Text"/>
                <a:ea typeface="Golos Text"/>
                <a:cs typeface="Golos Text"/>
                <a:sym typeface="Golos Tex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17.jp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9.png"/><Relationship Id="rId5"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30.jpg"/><Relationship Id="rId5" Type="http://schemas.openxmlformats.org/officeDocument/2006/relationships/image" Target="../media/image24.jpg"/><Relationship Id="rId6" Type="http://schemas.openxmlformats.org/officeDocument/2006/relationships/image" Target="../media/image41.jpg"/><Relationship Id="rId7" Type="http://schemas.openxmlformats.org/officeDocument/2006/relationships/image" Target="../media/image33.png"/><Relationship Id="rId8" Type="http://schemas.openxmlformats.org/officeDocument/2006/relationships/image" Target="../media/image3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8.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www.youtube.com/watch?v=GR-OW5asKlk" TargetMode="External"/><Relationship Id="rId4" Type="http://schemas.openxmlformats.org/officeDocument/2006/relationships/hyperlink" Target="https://www.youtube.com/watch?v=fSytzGwwBVw" TargetMode="External"/><Relationship Id="rId5" Type="http://schemas.openxmlformats.org/officeDocument/2006/relationships/hyperlink" Target="https://machinelearningmastery.com/cross-validation-for-imbalanced-classificat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715100" y="1140750"/>
            <a:ext cx="4652400" cy="1857600"/>
          </a:xfrm>
          <a:prstGeom prst="rect">
            <a:avLst/>
          </a:prstGeom>
          <a:noFill/>
          <a:ln>
            <a:noFill/>
          </a:ln>
        </p:spPr>
        <p:txBody>
          <a:bodyPr anchorCtr="0" anchor="ctr" bIns="91425" lIns="91425" spcFirstLastPara="1" rIns="103450" wrap="square" tIns="91425">
            <a:noAutofit/>
          </a:bodyPr>
          <a:lstStyle/>
          <a:p>
            <a:pPr indent="0" lvl="0" marL="0" rtl="0" algn="l">
              <a:lnSpc>
                <a:spcPct val="115000"/>
              </a:lnSpc>
              <a:spcBef>
                <a:spcPts val="0"/>
              </a:spcBef>
              <a:spcAft>
                <a:spcPts val="0"/>
              </a:spcAft>
              <a:buSzPts val="5200"/>
              <a:buNone/>
            </a:pPr>
            <a:r>
              <a:rPr lang="en"/>
              <a:t>Supervised Learning</a:t>
            </a:r>
            <a:endParaRPr>
              <a:solidFill>
                <a:schemeClr val="accent3"/>
              </a:solidFill>
            </a:endParaRPr>
          </a:p>
        </p:txBody>
      </p:sp>
      <p:cxnSp>
        <p:nvCxnSpPr>
          <p:cNvPr id="86" name="Google Shape;86;p1"/>
          <p:cNvCxnSpPr/>
          <p:nvPr/>
        </p:nvCxnSpPr>
        <p:spPr>
          <a:xfrm>
            <a:off x="4466175" y="2069550"/>
            <a:ext cx="552600" cy="0"/>
          </a:xfrm>
          <a:prstGeom prst="straightConnector1">
            <a:avLst/>
          </a:prstGeom>
          <a:noFill/>
          <a:ln cap="flat" cmpd="sng" w="19050">
            <a:solidFill>
              <a:schemeClr val="dk1"/>
            </a:solidFill>
            <a:prstDash val="solid"/>
            <a:round/>
            <a:headEnd len="sm" w="sm" type="none"/>
            <a:tailEnd len="med" w="med" type="stealth"/>
          </a:ln>
        </p:spPr>
      </p:cxnSp>
      <p:sp>
        <p:nvSpPr>
          <p:cNvPr id="87" name="Google Shape;87;p1"/>
          <p:cNvSpPr/>
          <p:nvPr/>
        </p:nvSpPr>
        <p:spPr>
          <a:xfrm>
            <a:off x="7151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pic>
        <p:nvPicPr>
          <p:cNvPr id="88" name="Google Shape;88;p1"/>
          <p:cNvPicPr preferRelativeResize="0"/>
          <p:nvPr/>
        </p:nvPicPr>
        <p:blipFill rotWithShape="1">
          <a:blip r:embed="rId3">
            <a:alphaModFix/>
          </a:blip>
          <a:srcRect b="6374" l="0" r="0" t="6377"/>
          <a:stretch/>
        </p:blipFill>
        <p:spPr>
          <a:xfrm>
            <a:off x="4432762" y="1033125"/>
            <a:ext cx="4711250" cy="4110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715100" y="1925850"/>
            <a:ext cx="7713900" cy="183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a:t>Regression</a:t>
            </a:r>
            <a:endParaRPr/>
          </a:p>
        </p:txBody>
      </p:sp>
      <p:sp>
        <p:nvSpPr>
          <p:cNvPr id="94" name="Google Shape;94;p2"/>
          <p:cNvSpPr txBox="1"/>
          <p:nvPr>
            <p:ph idx="2" type="title"/>
          </p:nvPr>
        </p:nvSpPr>
        <p:spPr>
          <a:xfrm>
            <a:off x="715100" y="701850"/>
            <a:ext cx="2035200" cy="107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6000"/>
              <a:buNone/>
            </a:pPr>
            <a:r>
              <a:rPr lang="en"/>
              <a:t>01</a:t>
            </a:r>
            <a:endParaRPr/>
          </a:p>
        </p:txBody>
      </p:sp>
      <p:cxnSp>
        <p:nvCxnSpPr>
          <p:cNvPr id="95" name="Google Shape;95;p2"/>
          <p:cNvCxnSpPr/>
          <p:nvPr/>
        </p:nvCxnSpPr>
        <p:spPr>
          <a:xfrm>
            <a:off x="1866400" y="1180800"/>
            <a:ext cx="552600" cy="0"/>
          </a:xfrm>
          <a:prstGeom prst="straightConnector1">
            <a:avLst/>
          </a:prstGeom>
          <a:noFill/>
          <a:ln cap="flat" cmpd="sng" w="19050">
            <a:solidFill>
              <a:schemeClr val="dk1"/>
            </a:solidFill>
            <a:prstDash val="solid"/>
            <a:round/>
            <a:headEnd len="sm" w="sm" type="none"/>
            <a:tailEnd len="med" w="med" type="stealth"/>
          </a:ln>
        </p:spPr>
      </p:cxnSp>
      <p:sp>
        <p:nvSpPr>
          <p:cNvPr id="96" name="Google Shape;96;p2"/>
          <p:cNvSpPr/>
          <p:nvPr/>
        </p:nvSpPr>
        <p:spPr>
          <a:xfrm>
            <a:off x="79852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Everything in short about Simple Linear Regression | by Dhaval Raval |  Medium" id="101" name="Google Shape;101;p3"/>
          <p:cNvPicPr preferRelativeResize="0"/>
          <p:nvPr/>
        </p:nvPicPr>
        <p:blipFill rotWithShape="1">
          <a:blip r:embed="rId3">
            <a:alphaModFix/>
          </a:blip>
          <a:srcRect b="2431" l="1818" r="1913" t="3689"/>
          <a:stretch/>
        </p:blipFill>
        <p:spPr>
          <a:xfrm>
            <a:off x="366163" y="0"/>
            <a:ext cx="8411669"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Simple linear regression — STATS 202" id="106" name="Google Shape;106;p4"/>
          <p:cNvPicPr preferRelativeResize="0"/>
          <p:nvPr/>
        </p:nvPicPr>
        <p:blipFill rotWithShape="1">
          <a:blip r:embed="rId3">
            <a:alphaModFix/>
          </a:blip>
          <a:srcRect b="0" l="0" r="0" t="0"/>
          <a:stretch/>
        </p:blipFill>
        <p:spPr>
          <a:xfrm>
            <a:off x="636925" y="36650"/>
            <a:ext cx="7870146" cy="507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Understanding Machine Learning through Memes | by Harsh Aryan | Nybles |  Medium" id="111" name="Google Shape;111;p5"/>
          <p:cNvPicPr preferRelativeResize="0"/>
          <p:nvPr/>
        </p:nvPicPr>
        <p:blipFill rotWithShape="1">
          <a:blip r:embed="rId3">
            <a:alphaModFix/>
          </a:blip>
          <a:srcRect b="0" l="0" r="0" t="2132"/>
          <a:stretch/>
        </p:blipFill>
        <p:spPr>
          <a:xfrm>
            <a:off x="2015500" y="0"/>
            <a:ext cx="511302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Multiple Linear Regression – Machine Learning" id="116" name="Google Shape;116;p6"/>
          <p:cNvPicPr preferRelativeResize="0"/>
          <p:nvPr/>
        </p:nvPicPr>
        <p:blipFill rotWithShape="1">
          <a:blip r:embed="rId3">
            <a:alphaModFix/>
          </a:blip>
          <a:srcRect b="0" l="0" r="0" t="0"/>
          <a:stretch/>
        </p:blipFill>
        <p:spPr>
          <a:xfrm>
            <a:off x="0" y="1017188"/>
            <a:ext cx="9144000" cy="31091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Multiple Linear Regression-An intuitive approach | by Niketh Narasimhan |  Analytics Vidhya | Medium" id="121" name="Google Shape;121;p7"/>
          <p:cNvPicPr preferRelativeResize="0"/>
          <p:nvPr/>
        </p:nvPicPr>
        <p:blipFill rotWithShape="1">
          <a:blip r:embed="rId3">
            <a:alphaModFix/>
          </a:blip>
          <a:srcRect b="0" l="0" r="0" t="0"/>
          <a:stretch/>
        </p:blipFill>
        <p:spPr>
          <a:xfrm>
            <a:off x="2042750" y="0"/>
            <a:ext cx="50585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descr="Polynomial Regression. This is my third blog in the Machine… | by Animesh  Agarwal | Towards Data Science" id="126" name="Google Shape;126;p8"/>
          <p:cNvPicPr preferRelativeResize="0"/>
          <p:nvPr/>
        </p:nvPicPr>
        <p:blipFill rotWithShape="1">
          <a:blip r:embed="rId3">
            <a:alphaModFix/>
          </a:blip>
          <a:srcRect b="27456" l="0" r="0" t="0"/>
          <a:stretch/>
        </p:blipFill>
        <p:spPr>
          <a:xfrm>
            <a:off x="0" y="946850"/>
            <a:ext cx="9144000" cy="3249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ctrTitle"/>
          </p:nvPr>
        </p:nvSpPr>
        <p:spPr>
          <a:xfrm>
            <a:off x="0" y="1140750"/>
            <a:ext cx="4652400" cy="1857600"/>
          </a:xfrm>
          <a:prstGeom prst="rect">
            <a:avLst/>
          </a:prstGeom>
          <a:noFill/>
          <a:ln>
            <a:noFill/>
          </a:ln>
        </p:spPr>
        <p:txBody>
          <a:bodyPr anchorCtr="0" anchor="ctr" bIns="91425" lIns="91425" spcFirstLastPara="1" rIns="103450" wrap="square" tIns="91425">
            <a:noAutofit/>
          </a:bodyPr>
          <a:lstStyle/>
          <a:p>
            <a:pPr indent="0" lvl="0" marL="0" rtl="0" algn="ctr">
              <a:lnSpc>
                <a:spcPct val="115000"/>
              </a:lnSpc>
              <a:spcBef>
                <a:spcPts val="0"/>
              </a:spcBef>
              <a:spcAft>
                <a:spcPts val="0"/>
              </a:spcAft>
              <a:buSzPts val="5200"/>
              <a:buNone/>
            </a:pPr>
            <a:r>
              <a:rPr lang="en"/>
              <a:t>Classification</a:t>
            </a:r>
            <a:endParaRPr>
              <a:solidFill>
                <a:schemeClr val="accent3"/>
              </a:solidFill>
            </a:endParaRPr>
          </a:p>
        </p:txBody>
      </p:sp>
      <p:cxnSp>
        <p:nvCxnSpPr>
          <p:cNvPr id="132" name="Google Shape;132;p9"/>
          <p:cNvCxnSpPr/>
          <p:nvPr/>
        </p:nvCxnSpPr>
        <p:spPr>
          <a:xfrm>
            <a:off x="4466175" y="2069550"/>
            <a:ext cx="552600" cy="0"/>
          </a:xfrm>
          <a:prstGeom prst="straightConnector1">
            <a:avLst/>
          </a:prstGeom>
          <a:noFill/>
          <a:ln cap="flat" cmpd="sng" w="19050">
            <a:solidFill>
              <a:schemeClr val="dk1"/>
            </a:solidFill>
            <a:prstDash val="solid"/>
            <a:round/>
            <a:headEnd len="sm" w="sm" type="none"/>
            <a:tailEnd len="med" w="med" type="stealth"/>
          </a:ln>
        </p:spPr>
      </p:cxnSp>
      <p:sp>
        <p:nvSpPr>
          <p:cNvPr id="133" name="Google Shape;133;p9"/>
          <p:cNvSpPr/>
          <p:nvPr/>
        </p:nvSpPr>
        <p:spPr>
          <a:xfrm>
            <a:off x="7151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pic>
        <p:nvPicPr>
          <p:cNvPr id="134" name="Google Shape;134;p9"/>
          <p:cNvPicPr preferRelativeResize="0"/>
          <p:nvPr/>
        </p:nvPicPr>
        <p:blipFill rotWithShape="1">
          <a:blip r:embed="rId3">
            <a:alphaModFix/>
          </a:blip>
          <a:srcRect b="14843" l="0" r="0" t="14837"/>
          <a:stretch/>
        </p:blipFill>
        <p:spPr>
          <a:xfrm>
            <a:off x="4799825" y="1044349"/>
            <a:ext cx="4344175" cy="305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How to Calculate Loss of Binary Classification Model in PyTorch | Liberian  Geek" id="139" name="Google Shape;139;p10"/>
          <p:cNvPicPr preferRelativeResize="0"/>
          <p:nvPr/>
        </p:nvPicPr>
        <p:blipFill rotWithShape="1">
          <a:blip r:embed="rId3">
            <a:alphaModFix/>
          </a:blip>
          <a:srcRect b="0" l="0" r="0" t="0"/>
          <a:stretch/>
        </p:blipFill>
        <p:spPr>
          <a:xfrm>
            <a:off x="582313" y="0"/>
            <a:ext cx="79793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Logistic Regression and Decision Boundary | by Anuradha Wickramarachchi |  Towards Data Science" id="144" name="Google Shape;144;p11"/>
          <p:cNvPicPr preferRelativeResize="0"/>
          <p:nvPr/>
        </p:nvPicPr>
        <p:blipFill rotWithShape="1">
          <a:blip r:embed="rId3">
            <a:alphaModFix/>
          </a:blip>
          <a:srcRect b="19444" l="0" r="0" t="0"/>
          <a:stretch/>
        </p:blipFill>
        <p:spPr>
          <a:xfrm>
            <a:off x="199925" y="534673"/>
            <a:ext cx="8744151" cy="4074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b="0" l="0" r="0" t="0"/>
          <a:stretch/>
        </p:blipFill>
        <p:spPr>
          <a:xfrm>
            <a:off x="3313325" y="36650"/>
            <a:ext cx="2517351" cy="507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Sigmoid to Success: Unveiling Logistic Regression with OVR/OVA | by Nimisha  Singh | AI Mind" id="154" name="Google Shape;154;p13"/>
          <p:cNvPicPr preferRelativeResize="0"/>
          <p:nvPr/>
        </p:nvPicPr>
        <p:blipFill rotWithShape="1">
          <a:blip r:embed="rId3">
            <a:alphaModFix/>
          </a:blip>
          <a:srcRect b="0" l="0" r="0" t="0"/>
          <a:stretch/>
        </p:blipFill>
        <p:spPr>
          <a:xfrm>
            <a:off x="0" y="849775"/>
            <a:ext cx="9144000" cy="344395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4"/>
          <p:cNvPicPr preferRelativeResize="0"/>
          <p:nvPr/>
        </p:nvPicPr>
        <p:blipFill rotWithShape="1">
          <a:blip r:embed="rId3">
            <a:alphaModFix/>
          </a:blip>
          <a:srcRect b="0" l="0" r="0" t="0"/>
          <a:stretch/>
        </p:blipFill>
        <p:spPr>
          <a:xfrm>
            <a:off x="-4850" y="0"/>
            <a:ext cx="9153698"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Multiclass Classification vs Multi-label Classification - GeeksforGeeks" id="164" name="Google Shape;164;p15"/>
          <p:cNvPicPr preferRelativeResize="0"/>
          <p:nvPr/>
        </p:nvPicPr>
        <p:blipFill rotWithShape="1">
          <a:blip r:embed="rId3">
            <a:alphaModFix/>
          </a:blip>
          <a:srcRect b="0" l="0" r="7902" t="0"/>
          <a:stretch/>
        </p:blipFill>
        <p:spPr>
          <a:xfrm>
            <a:off x="1459125" y="0"/>
            <a:ext cx="622575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3341b48f7cf_0_0"/>
          <p:cNvPicPr preferRelativeResize="0"/>
          <p:nvPr/>
        </p:nvPicPr>
        <p:blipFill rotWithShape="1">
          <a:blip r:embed="rId3">
            <a:alphaModFix/>
          </a:blip>
          <a:srcRect b="0" l="0" r="0" t="0"/>
          <a:stretch/>
        </p:blipFill>
        <p:spPr>
          <a:xfrm>
            <a:off x="522250" y="861887"/>
            <a:ext cx="8262202" cy="3419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20+ Memes If You're Feeling Extra Anxious About AI Technology Taking Over -  Memebase - Funny Memes" id="174" name="Google Shape;174;p16"/>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ctrTitle"/>
          </p:nvPr>
        </p:nvSpPr>
        <p:spPr>
          <a:xfrm>
            <a:off x="715100" y="1140750"/>
            <a:ext cx="4652400" cy="1857600"/>
          </a:xfrm>
          <a:prstGeom prst="rect">
            <a:avLst/>
          </a:prstGeom>
          <a:noFill/>
          <a:ln>
            <a:noFill/>
          </a:ln>
        </p:spPr>
        <p:txBody>
          <a:bodyPr anchorCtr="0" anchor="ctr" bIns="91425" lIns="91425" spcFirstLastPara="1" rIns="103450" wrap="square" tIns="91425">
            <a:noAutofit/>
          </a:bodyPr>
          <a:lstStyle/>
          <a:p>
            <a:pPr indent="0" lvl="0" marL="0" rtl="0" algn="l">
              <a:lnSpc>
                <a:spcPct val="115000"/>
              </a:lnSpc>
              <a:spcBef>
                <a:spcPts val="0"/>
              </a:spcBef>
              <a:spcAft>
                <a:spcPts val="0"/>
              </a:spcAft>
              <a:buSzPts val="5200"/>
              <a:buNone/>
            </a:pPr>
            <a:r>
              <a:rPr lang="en"/>
              <a:t>Challenges</a:t>
            </a:r>
            <a:endParaRPr>
              <a:solidFill>
                <a:schemeClr val="accent3"/>
              </a:solidFill>
            </a:endParaRPr>
          </a:p>
        </p:txBody>
      </p:sp>
      <p:cxnSp>
        <p:nvCxnSpPr>
          <p:cNvPr id="180" name="Google Shape;180;p17"/>
          <p:cNvCxnSpPr/>
          <p:nvPr/>
        </p:nvCxnSpPr>
        <p:spPr>
          <a:xfrm>
            <a:off x="4466175" y="2069550"/>
            <a:ext cx="552600" cy="0"/>
          </a:xfrm>
          <a:prstGeom prst="straightConnector1">
            <a:avLst/>
          </a:prstGeom>
          <a:noFill/>
          <a:ln cap="flat" cmpd="sng" w="19050">
            <a:solidFill>
              <a:schemeClr val="dk1"/>
            </a:solidFill>
            <a:prstDash val="solid"/>
            <a:round/>
            <a:headEnd len="sm" w="sm" type="none"/>
            <a:tailEnd len="med" w="med" type="stealth"/>
          </a:ln>
        </p:spPr>
      </p:cxnSp>
      <p:sp>
        <p:nvSpPr>
          <p:cNvPr id="181" name="Google Shape;181;p17"/>
          <p:cNvSpPr/>
          <p:nvPr/>
        </p:nvSpPr>
        <p:spPr>
          <a:xfrm>
            <a:off x="7151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pic>
        <p:nvPicPr>
          <p:cNvPr id="182" name="Google Shape;182;p17"/>
          <p:cNvPicPr preferRelativeResize="0"/>
          <p:nvPr/>
        </p:nvPicPr>
        <p:blipFill rotWithShape="1">
          <a:blip r:embed="rId3">
            <a:alphaModFix/>
          </a:blip>
          <a:srcRect b="0" l="0" r="0" t="0"/>
          <a:stretch/>
        </p:blipFill>
        <p:spPr>
          <a:xfrm>
            <a:off x="5018776" y="1040936"/>
            <a:ext cx="4102475" cy="410255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descr="Characteristics of 'Bad Data' for Machine Learning and potential solutions?  | by Sanidhya Agrawal | Medium" id="187" name="Google Shape;187;p18"/>
          <p:cNvPicPr preferRelativeResize="0"/>
          <p:nvPr/>
        </p:nvPicPr>
        <p:blipFill rotWithShape="1">
          <a:blip r:embed="rId3">
            <a:alphaModFix/>
          </a:blip>
          <a:srcRect b="0" l="0" r="0" t="0"/>
          <a:stretch/>
        </p:blipFill>
        <p:spPr>
          <a:xfrm>
            <a:off x="1964552" y="0"/>
            <a:ext cx="5214902"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Sampling bias in machine learning: [2024 update]" id="192" name="Google Shape;192;p19"/>
          <p:cNvPicPr preferRelativeResize="0"/>
          <p:nvPr/>
        </p:nvPicPr>
        <p:blipFill rotWithShape="1">
          <a:blip r:embed="rId3">
            <a:alphaModFix/>
          </a:blip>
          <a:srcRect b="0" l="0" r="0" t="0"/>
          <a:stretch/>
        </p:blipFill>
        <p:spPr>
          <a:xfrm>
            <a:off x="772707" y="36676"/>
            <a:ext cx="7598578" cy="5070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6" name="Shape 196"/>
        <p:cNvGrpSpPr/>
        <p:nvPr/>
      </p:nvGrpSpPr>
      <p:grpSpPr>
        <a:xfrm>
          <a:off x="0" y="0"/>
          <a:ext cx="0" cy="0"/>
          <a:chOff x="0" y="0"/>
          <a:chExt cx="0" cy="0"/>
        </a:xfrm>
      </p:grpSpPr>
      <p:pic>
        <p:nvPicPr>
          <p:cNvPr id="197" name="Google Shape;197;g3c65e6b96d2_0_3"/>
          <p:cNvPicPr preferRelativeResize="0"/>
          <p:nvPr/>
        </p:nvPicPr>
        <p:blipFill rotWithShape="1">
          <a:blip r:embed="rId3">
            <a:alphaModFix/>
          </a:blip>
          <a:srcRect b="0" l="0" r="0" t="0"/>
          <a:stretch/>
        </p:blipFill>
        <p:spPr>
          <a:xfrm>
            <a:off x="6157408" y="3410808"/>
            <a:ext cx="1608175" cy="618018"/>
          </a:xfrm>
          <a:prstGeom prst="rect">
            <a:avLst/>
          </a:prstGeom>
          <a:noFill/>
          <a:ln>
            <a:noFill/>
          </a:ln>
        </p:spPr>
      </p:pic>
      <p:sp>
        <p:nvSpPr>
          <p:cNvPr id="198" name="Google Shape;198;g3c65e6b96d2_0_3"/>
          <p:cNvSpPr txBox="1"/>
          <p:nvPr/>
        </p:nvSpPr>
        <p:spPr>
          <a:xfrm>
            <a:off x="5177838" y="168779"/>
            <a:ext cx="3438600" cy="1394400"/>
          </a:xfrm>
          <a:prstGeom prst="rect">
            <a:avLst/>
          </a:prstGeom>
          <a:noFill/>
          <a:ln>
            <a:noFill/>
          </a:ln>
        </p:spPr>
        <p:txBody>
          <a:bodyPr anchorCtr="0" anchor="t" bIns="0" lIns="0" spcFirstLastPara="1" rIns="0" wrap="square" tIns="8975">
            <a:spAutoFit/>
          </a:bodyPr>
          <a:lstStyle/>
          <a:p>
            <a:pPr indent="0" lvl="0" marL="12700" rtl="0" algn="l">
              <a:lnSpc>
                <a:spcPct val="100000"/>
              </a:lnSpc>
              <a:spcBef>
                <a:spcPts val="0"/>
              </a:spcBef>
              <a:spcAft>
                <a:spcPts val="0"/>
              </a:spcAft>
              <a:buNone/>
            </a:pPr>
            <a:r>
              <a:rPr lang="en" sz="2200">
                <a:solidFill>
                  <a:schemeClr val="accent3"/>
                </a:solidFill>
                <a:latin typeface="Golos Text SemiBold"/>
                <a:ea typeface="Golos Text SemiBold"/>
                <a:cs typeface="Golos Text SemiBold"/>
                <a:sym typeface="Golos Text SemiBold"/>
              </a:rPr>
              <a:t>The Distribution Challenge &amp; </a:t>
            </a:r>
            <a:r>
              <a:rPr lang="en" sz="2300">
                <a:solidFill>
                  <a:schemeClr val="accent3"/>
                </a:solidFill>
                <a:latin typeface="Golos Text SemiBold"/>
                <a:ea typeface="Golos Text SemiBold"/>
                <a:cs typeface="Golos Text SemiBold"/>
                <a:sym typeface="Golos Text SemiBold"/>
              </a:rPr>
              <a:t>Class Imbalance</a:t>
            </a:r>
            <a:endParaRPr sz="2300">
              <a:solidFill>
                <a:schemeClr val="accent3"/>
              </a:solidFill>
              <a:latin typeface="Golos Text SemiBold"/>
              <a:ea typeface="Golos Text SemiBold"/>
              <a:cs typeface="Golos Text SemiBold"/>
              <a:sym typeface="Golos Text SemiBold"/>
            </a:endParaRPr>
          </a:p>
          <a:p>
            <a:pPr indent="0" lvl="0" marL="12700" rtl="0" algn="l">
              <a:lnSpc>
                <a:spcPct val="100000"/>
              </a:lnSpc>
              <a:spcBef>
                <a:spcPts val="0"/>
              </a:spcBef>
              <a:spcAft>
                <a:spcPts val="0"/>
              </a:spcAft>
              <a:buNone/>
            </a:pPr>
            <a:r>
              <a:t/>
            </a:r>
            <a:endParaRPr sz="2200">
              <a:solidFill>
                <a:schemeClr val="accent3"/>
              </a:solidFill>
              <a:latin typeface="Golos Text SemiBold"/>
              <a:ea typeface="Golos Text SemiBold"/>
              <a:cs typeface="Golos Text SemiBold"/>
              <a:sym typeface="Golos Text SemiBold"/>
            </a:endParaRPr>
          </a:p>
        </p:txBody>
      </p:sp>
      <p:sp>
        <p:nvSpPr>
          <p:cNvPr id="199" name="Google Shape;199;g3c65e6b96d2_0_3"/>
          <p:cNvSpPr txBox="1"/>
          <p:nvPr/>
        </p:nvSpPr>
        <p:spPr>
          <a:xfrm>
            <a:off x="5177850" y="1424351"/>
            <a:ext cx="3966000" cy="1532400"/>
          </a:xfrm>
          <a:prstGeom prst="rect">
            <a:avLst/>
          </a:prstGeom>
          <a:noFill/>
          <a:ln>
            <a:noFill/>
          </a:ln>
        </p:spPr>
        <p:txBody>
          <a:bodyPr anchorCtr="0" anchor="t" bIns="0" lIns="0" spcFirstLastPara="1" rIns="0" wrap="square" tIns="23650">
            <a:spAutoFit/>
          </a:bodyPr>
          <a:lstStyle/>
          <a:p>
            <a:pPr indent="0" lvl="0" marL="0" rtl="0" algn="l">
              <a:spcBef>
                <a:spcPts val="0"/>
              </a:spcBef>
              <a:spcAft>
                <a:spcPts val="0"/>
              </a:spcAft>
              <a:buNone/>
            </a:pPr>
            <a:r>
              <a:rPr lang="en">
                <a:solidFill>
                  <a:schemeClr val="dk1"/>
                </a:solidFill>
                <a:latin typeface="Golos Text"/>
                <a:ea typeface="Golos Text"/>
                <a:cs typeface="Golos Text"/>
                <a:sym typeface="Golos Text"/>
              </a:rPr>
              <a:t>In contexts like Fraud Detection (where only $6.80 in every $100 is fraudulent) or Disease Screening, models often achieve high accuracy by consistently predicting the majority class (e.g., 'Normal'). This presents a conflict: maximizing accuracy by ignoring the minority class leads to zero practical utility.</a:t>
            </a:r>
            <a:endParaRPr>
              <a:latin typeface="Golos Text"/>
              <a:ea typeface="Golos Text"/>
              <a:cs typeface="Golos Text"/>
              <a:sym typeface="Golos Text"/>
            </a:endParaRPr>
          </a:p>
        </p:txBody>
      </p:sp>
      <p:pic>
        <p:nvPicPr>
          <p:cNvPr id="200" name="Google Shape;200;g3c65e6b96d2_0_3" title="Screenshot 2026-02-07 at 21.03.28.png"/>
          <p:cNvPicPr preferRelativeResize="0"/>
          <p:nvPr/>
        </p:nvPicPr>
        <p:blipFill>
          <a:blip r:embed="rId4">
            <a:alphaModFix/>
          </a:blip>
          <a:stretch>
            <a:fillRect/>
          </a:stretch>
        </p:blipFill>
        <p:spPr>
          <a:xfrm>
            <a:off x="113049" y="143613"/>
            <a:ext cx="4529939" cy="48562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4" name="Shape 204"/>
        <p:cNvGrpSpPr/>
        <p:nvPr/>
      </p:nvGrpSpPr>
      <p:grpSpPr>
        <a:xfrm>
          <a:off x="0" y="0"/>
          <a:ext cx="0" cy="0"/>
          <a:chOff x="0" y="0"/>
          <a:chExt cx="0" cy="0"/>
        </a:xfrm>
      </p:grpSpPr>
      <p:pic>
        <p:nvPicPr>
          <p:cNvPr id="205" name="Google Shape;205;g3c65e6b96d2_0_13"/>
          <p:cNvPicPr preferRelativeResize="0"/>
          <p:nvPr/>
        </p:nvPicPr>
        <p:blipFill rotWithShape="1">
          <a:blip r:embed="rId3">
            <a:alphaModFix/>
          </a:blip>
          <a:srcRect b="0" l="0" r="0" t="0"/>
          <a:stretch/>
        </p:blipFill>
        <p:spPr>
          <a:xfrm>
            <a:off x="352203" y="1190146"/>
            <a:ext cx="2359099" cy="824023"/>
          </a:xfrm>
          <a:prstGeom prst="rect">
            <a:avLst/>
          </a:prstGeom>
          <a:noFill/>
          <a:ln>
            <a:noFill/>
          </a:ln>
        </p:spPr>
      </p:pic>
      <p:pic>
        <p:nvPicPr>
          <p:cNvPr id="206" name="Google Shape;206;g3c65e6b96d2_0_13"/>
          <p:cNvPicPr preferRelativeResize="0"/>
          <p:nvPr/>
        </p:nvPicPr>
        <p:blipFill rotWithShape="1">
          <a:blip r:embed="rId4">
            <a:alphaModFix/>
          </a:blip>
          <a:srcRect b="0" l="0" r="0" t="0"/>
          <a:stretch/>
        </p:blipFill>
        <p:spPr>
          <a:xfrm>
            <a:off x="3445616" y="1190146"/>
            <a:ext cx="2259419" cy="830669"/>
          </a:xfrm>
          <a:prstGeom prst="rect">
            <a:avLst/>
          </a:prstGeom>
          <a:noFill/>
          <a:ln>
            <a:noFill/>
          </a:ln>
        </p:spPr>
      </p:pic>
      <p:pic>
        <p:nvPicPr>
          <p:cNvPr id="207" name="Google Shape;207;g3c65e6b96d2_0_13"/>
          <p:cNvPicPr preferRelativeResize="0"/>
          <p:nvPr/>
        </p:nvPicPr>
        <p:blipFill rotWithShape="1">
          <a:blip r:embed="rId5">
            <a:alphaModFix/>
          </a:blip>
          <a:srcRect b="0" l="0" r="0" t="0"/>
          <a:stretch/>
        </p:blipFill>
        <p:spPr>
          <a:xfrm>
            <a:off x="6439343" y="1226318"/>
            <a:ext cx="2339163" cy="810733"/>
          </a:xfrm>
          <a:prstGeom prst="rect">
            <a:avLst/>
          </a:prstGeom>
          <a:noFill/>
          <a:ln>
            <a:noFill/>
          </a:ln>
        </p:spPr>
      </p:pic>
      <p:sp>
        <p:nvSpPr>
          <p:cNvPr id="208" name="Google Shape;208;g3c65e6b96d2_0_13"/>
          <p:cNvSpPr txBox="1"/>
          <p:nvPr>
            <p:ph type="title"/>
          </p:nvPr>
        </p:nvSpPr>
        <p:spPr>
          <a:xfrm>
            <a:off x="352200" y="377150"/>
            <a:ext cx="7713900" cy="418200"/>
          </a:xfrm>
          <a:prstGeom prst="rect">
            <a:avLst/>
          </a:prstGeom>
          <a:noFill/>
          <a:ln>
            <a:noFill/>
          </a:ln>
        </p:spPr>
        <p:txBody>
          <a:bodyPr anchorCtr="0" anchor="t" bIns="0" lIns="0" spcFirstLastPara="1" rIns="0" wrap="square" tIns="71625">
            <a:spAutoFit/>
          </a:bodyPr>
          <a:lstStyle/>
          <a:p>
            <a:pPr indent="0" lvl="0" marL="12700" marR="0" rtl="0" algn="l">
              <a:lnSpc>
                <a:spcPct val="97701"/>
              </a:lnSpc>
              <a:spcBef>
                <a:spcPts val="0"/>
              </a:spcBef>
              <a:spcAft>
                <a:spcPts val="0"/>
              </a:spcAft>
              <a:buNone/>
            </a:pPr>
            <a:r>
              <a:rPr lang="en" sz="2300">
                <a:solidFill>
                  <a:schemeClr val="accent3"/>
                </a:solidFill>
                <a:latin typeface="Golos Text SemiBold"/>
                <a:ea typeface="Golos Text SemiBold"/>
                <a:cs typeface="Golos Text SemiBold"/>
                <a:sym typeface="Golos Text SemiBold"/>
              </a:rPr>
              <a:t>Types of Missing Data: The Integrity Challenge</a:t>
            </a:r>
            <a:endParaRPr sz="2300">
              <a:solidFill>
                <a:schemeClr val="accent3"/>
              </a:solidFill>
              <a:latin typeface="Golos Text SemiBold"/>
              <a:ea typeface="Golos Text SemiBold"/>
              <a:cs typeface="Golos Text SemiBold"/>
              <a:sym typeface="Golos Text SemiBold"/>
            </a:endParaRPr>
          </a:p>
        </p:txBody>
      </p:sp>
      <p:sp>
        <p:nvSpPr>
          <p:cNvPr id="209" name="Google Shape;209;g3c65e6b96d2_0_13"/>
          <p:cNvSpPr txBox="1"/>
          <p:nvPr/>
        </p:nvSpPr>
        <p:spPr>
          <a:xfrm>
            <a:off x="345400" y="2408981"/>
            <a:ext cx="2817900" cy="1778700"/>
          </a:xfrm>
          <a:prstGeom prst="rect">
            <a:avLst/>
          </a:prstGeom>
          <a:noFill/>
          <a:ln>
            <a:noFill/>
          </a:ln>
        </p:spPr>
        <p:txBody>
          <a:bodyPr anchorCtr="0" anchor="t" bIns="0" lIns="0" spcFirstLastPara="1" rIns="0" wrap="square" tIns="54625">
            <a:spAutoFit/>
          </a:bodyPr>
          <a:lstStyle/>
          <a:p>
            <a:pPr indent="0" lvl="0" marL="12700" rtl="0" algn="l">
              <a:lnSpc>
                <a:spcPct val="100000"/>
              </a:lnSpc>
              <a:spcBef>
                <a:spcPts val="0"/>
              </a:spcBef>
              <a:spcAft>
                <a:spcPts val="0"/>
              </a:spcAft>
              <a:buNone/>
            </a:pPr>
            <a:r>
              <a:rPr b="1" lang="en" sz="1200">
                <a:solidFill>
                  <a:schemeClr val="accent2"/>
                </a:solidFill>
                <a:latin typeface="Golos Text"/>
                <a:ea typeface="Golos Text"/>
                <a:cs typeface="Golos Text"/>
                <a:sym typeface="Golos Text"/>
              </a:rPr>
              <a:t>MNAR</a:t>
            </a:r>
            <a:r>
              <a:rPr b="1" lang="en" sz="1200">
                <a:solidFill>
                  <a:schemeClr val="accent2"/>
                </a:solidFill>
                <a:latin typeface="Golos Text"/>
                <a:ea typeface="Golos Text"/>
                <a:cs typeface="Golos Text"/>
                <a:sym typeface="Golos Text"/>
              </a:rPr>
              <a:t> (Missing Mot At Random)</a:t>
            </a:r>
            <a:endParaRPr b="1" sz="1200">
              <a:solidFill>
                <a:schemeClr val="accent2"/>
              </a:solidFill>
              <a:latin typeface="Golos Text"/>
              <a:ea typeface="Golos Text"/>
              <a:cs typeface="Golos Text"/>
              <a:sym typeface="Golos Text"/>
            </a:endParaRPr>
          </a:p>
          <a:p>
            <a:pPr indent="0" lvl="0" marL="12700" rtl="0" algn="l">
              <a:lnSpc>
                <a:spcPct val="113846"/>
              </a:lnSpc>
              <a:spcBef>
                <a:spcPts val="300"/>
              </a:spcBef>
              <a:spcAft>
                <a:spcPts val="0"/>
              </a:spcAft>
              <a:buNone/>
            </a:pPr>
            <a:r>
              <a:rPr lang="en" sz="1800">
                <a:latin typeface="Golos Text"/>
                <a:ea typeface="Golos Text"/>
                <a:cs typeface="Golos Text"/>
                <a:sym typeface="Golos Text"/>
              </a:rPr>
              <a:t>The Danger Zone.</a:t>
            </a:r>
            <a:endParaRPr sz="1800">
              <a:latin typeface="Golos Text"/>
              <a:ea typeface="Golos Text"/>
              <a:cs typeface="Golos Text"/>
              <a:sym typeface="Golos Text"/>
            </a:endParaRPr>
          </a:p>
          <a:p>
            <a:pPr indent="0" lvl="0" marL="12700" marR="0" rtl="0" algn="l">
              <a:lnSpc>
                <a:spcPct val="107692"/>
              </a:lnSpc>
              <a:spcBef>
                <a:spcPts val="100"/>
              </a:spcBef>
              <a:spcAft>
                <a:spcPts val="0"/>
              </a:spcAft>
              <a:buNone/>
            </a:pPr>
            <a:r>
              <a:rPr lang="en" sz="1800">
                <a:latin typeface="Golos Text"/>
                <a:ea typeface="Golos Text"/>
                <a:cs typeface="Golos Text"/>
                <a:sym typeface="Golos Text"/>
              </a:rPr>
              <a:t>Value is missing because of what it is. Example: High earners hiding income.</a:t>
            </a:r>
            <a:endParaRPr sz="1800">
              <a:latin typeface="Golos Text"/>
              <a:ea typeface="Golos Text"/>
              <a:cs typeface="Golos Text"/>
              <a:sym typeface="Golos Text"/>
            </a:endParaRPr>
          </a:p>
        </p:txBody>
      </p:sp>
      <p:sp>
        <p:nvSpPr>
          <p:cNvPr id="210" name="Google Shape;210;g3c65e6b96d2_0_13"/>
          <p:cNvSpPr txBox="1"/>
          <p:nvPr/>
        </p:nvSpPr>
        <p:spPr>
          <a:xfrm>
            <a:off x="3163300" y="2408975"/>
            <a:ext cx="2541900" cy="2361000"/>
          </a:xfrm>
          <a:prstGeom prst="rect">
            <a:avLst/>
          </a:prstGeom>
          <a:noFill/>
          <a:ln>
            <a:noFill/>
          </a:ln>
        </p:spPr>
        <p:txBody>
          <a:bodyPr anchorCtr="0" anchor="t" bIns="0" lIns="0" spcFirstLastPara="1" rIns="0" wrap="square" tIns="52950">
            <a:spAutoFit/>
          </a:bodyPr>
          <a:lstStyle/>
          <a:p>
            <a:pPr indent="0" lvl="0" marL="12700" rtl="0" algn="l">
              <a:lnSpc>
                <a:spcPct val="100000"/>
              </a:lnSpc>
              <a:spcBef>
                <a:spcPts val="0"/>
              </a:spcBef>
              <a:spcAft>
                <a:spcPts val="0"/>
              </a:spcAft>
              <a:buNone/>
            </a:pPr>
            <a:r>
              <a:rPr b="1" lang="en" sz="1200">
                <a:solidFill>
                  <a:schemeClr val="accent2"/>
                </a:solidFill>
                <a:latin typeface="Golos Text"/>
                <a:ea typeface="Golos Text"/>
                <a:cs typeface="Golos Text"/>
                <a:sym typeface="Golos Text"/>
              </a:rPr>
              <a:t>MAR (Mlssing At Random)</a:t>
            </a:r>
            <a:endParaRPr b="1" sz="1200">
              <a:solidFill>
                <a:schemeClr val="accent2"/>
              </a:solidFill>
              <a:latin typeface="Golos Text"/>
              <a:ea typeface="Golos Text"/>
              <a:cs typeface="Golos Text"/>
              <a:sym typeface="Golos Text"/>
            </a:endParaRPr>
          </a:p>
          <a:p>
            <a:pPr indent="0" lvl="0" marL="12700" marR="533400" rtl="0" algn="l">
              <a:lnSpc>
                <a:spcPct val="107692"/>
              </a:lnSpc>
              <a:spcBef>
                <a:spcPts val="500"/>
              </a:spcBef>
              <a:spcAft>
                <a:spcPts val="0"/>
              </a:spcAft>
              <a:buNone/>
            </a:pPr>
            <a:r>
              <a:rPr lang="en" sz="1800">
                <a:latin typeface="Golos Text"/>
                <a:ea typeface="Golos Text"/>
                <a:cs typeface="Golos Text"/>
                <a:sym typeface="Golos Text"/>
              </a:rPr>
              <a:t>Systematic but observable. Missing due to another variable.</a:t>
            </a:r>
            <a:endParaRPr sz="1800">
              <a:latin typeface="Golos Text"/>
              <a:ea typeface="Golos Text"/>
              <a:cs typeface="Golos Text"/>
              <a:sym typeface="Golos Text"/>
            </a:endParaRPr>
          </a:p>
          <a:p>
            <a:pPr indent="0" lvl="0" marL="12700" rtl="0" algn="l">
              <a:lnSpc>
                <a:spcPct val="106153"/>
              </a:lnSpc>
              <a:spcBef>
                <a:spcPts val="0"/>
              </a:spcBef>
              <a:spcAft>
                <a:spcPts val="0"/>
              </a:spcAft>
              <a:buNone/>
            </a:pPr>
            <a:r>
              <a:rPr lang="en" sz="1800">
                <a:latin typeface="Golos Text"/>
                <a:ea typeface="Golos Text"/>
                <a:cs typeface="Golos Text"/>
                <a:sym typeface="Golos Text"/>
              </a:rPr>
              <a:t>Example: Gender affecting age disclosure.</a:t>
            </a:r>
            <a:endParaRPr sz="1800">
              <a:latin typeface="Golos Text"/>
              <a:ea typeface="Golos Text"/>
              <a:cs typeface="Golos Text"/>
              <a:sym typeface="Golos Text"/>
            </a:endParaRPr>
          </a:p>
        </p:txBody>
      </p:sp>
      <p:sp>
        <p:nvSpPr>
          <p:cNvPr id="211" name="Google Shape;211;g3c65e6b96d2_0_13"/>
          <p:cNvSpPr txBox="1"/>
          <p:nvPr/>
        </p:nvSpPr>
        <p:spPr>
          <a:xfrm>
            <a:off x="5923475" y="2454125"/>
            <a:ext cx="3131400" cy="2569200"/>
          </a:xfrm>
          <a:prstGeom prst="rect">
            <a:avLst/>
          </a:prstGeom>
          <a:noFill/>
          <a:ln>
            <a:noFill/>
          </a:ln>
        </p:spPr>
        <p:txBody>
          <a:bodyPr anchorCtr="0" anchor="t" bIns="0" lIns="0" spcFirstLastPara="1" rIns="0" wrap="square" tIns="49975">
            <a:noAutofit/>
          </a:bodyPr>
          <a:lstStyle/>
          <a:p>
            <a:pPr indent="0" lvl="0" marL="0" rtl="0" algn="l">
              <a:spcBef>
                <a:spcPts val="0"/>
              </a:spcBef>
              <a:spcAft>
                <a:spcPts val="0"/>
              </a:spcAft>
              <a:buNone/>
            </a:pPr>
            <a:r>
              <a:rPr lang="en" sz="1800">
                <a:solidFill>
                  <a:schemeClr val="accent2"/>
                </a:solidFill>
                <a:latin typeface="Golos Text"/>
                <a:ea typeface="Golos Text"/>
                <a:cs typeface="Golos Text"/>
                <a:sym typeface="Golos Text"/>
              </a:rPr>
              <a:t>MCAR (Missing Completely At Random)</a:t>
            </a:r>
            <a:endParaRPr sz="1800">
              <a:solidFill>
                <a:schemeClr val="accent2"/>
              </a:solidFill>
              <a:latin typeface="Golos Text"/>
              <a:ea typeface="Golos Text"/>
              <a:cs typeface="Golos Text"/>
              <a:sym typeface="Golos Text"/>
            </a:endParaRPr>
          </a:p>
          <a:p>
            <a:pPr indent="0" lvl="0" marL="0" rtl="0" algn="l">
              <a:spcBef>
                <a:spcPts val="0"/>
              </a:spcBef>
              <a:spcAft>
                <a:spcPts val="0"/>
              </a:spcAft>
              <a:buNone/>
            </a:pPr>
            <a:r>
              <a:t/>
            </a:r>
            <a:endParaRPr sz="1800">
              <a:latin typeface="Golos Text"/>
              <a:ea typeface="Golos Text"/>
              <a:cs typeface="Golos Text"/>
              <a:sym typeface="Golos Text"/>
            </a:endParaRPr>
          </a:p>
          <a:p>
            <a:pPr indent="0" lvl="0" marL="0" rtl="0" algn="l">
              <a:spcBef>
                <a:spcPts val="0"/>
              </a:spcBef>
              <a:spcAft>
                <a:spcPts val="0"/>
              </a:spcAft>
              <a:buNone/>
            </a:pPr>
            <a:r>
              <a:rPr lang="en" sz="1800">
                <a:latin typeface="Golos Text"/>
                <a:ea typeface="Golos Text"/>
                <a:cs typeface="Golos Text"/>
                <a:sym typeface="Golos Text"/>
              </a:rPr>
              <a:t>Data is missing due to purely random events or glitches, with no discernible pattern.</a:t>
            </a:r>
            <a:endParaRPr sz="1800">
              <a:latin typeface="Golos Text"/>
              <a:ea typeface="Golos Text"/>
              <a:cs typeface="Golos Text"/>
              <a:sym typeface="Golos Text"/>
            </a:endParaRPr>
          </a:p>
        </p:txBody>
      </p:sp>
      <p:sp>
        <p:nvSpPr>
          <p:cNvPr id="212" name="Google Shape;212;g3c65e6b96d2_0_13"/>
          <p:cNvSpPr txBox="1"/>
          <p:nvPr/>
        </p:nvSpPr>
        <p:spPr>
          <a:xfrm>
            <a:off x="7641420" y="3147715"/>
            <a:ext cx="57000" cy="114600"/>
          </a:xfrm>
          <a:prstGeom prst="rect">
            <a:avLst/>
          </a:prstGeom>
          <a:noFill/>
          <a:ln>
            <a:noFill/>
          </a:ln>
        </p:spPr>
        <p:txBody>
          <a:bodyPr anchorCtr="0" anchor="t" bIns="0" lIns="0" spcFirstLastPara="1" rIns="0" wrap="square" tIns="6675">
            <a:spAutoFit/>
          </a:bodyPr>
          <a:lstStyle/>
          <a:p>
            <a:pPr indent="0" lvl="0" marL="12700" rtl="0" algn="l">
              <a:lnSpc>
                <a:spcPct val="100000"/>
              </a:lnSpc>
              <a:spcBef>
                <a:spcPts val="0"/>
              </a:spcBef>
              <a:spcAft>
                <a:spcPts val="0"/>
              </a:spcAft>
              <a:buNone/>
            </a:pPr>
            <a:r>
              <a:t/>
            </a:r>
            <a:endParaRPr sz="700">
              <a:latin typeface="Consolas"/>
              <a:ea typeface="Consolas"/>
              <a:cs typeface="Consolas"/>
              <a:sym typeface="Consolas"/>
            </a:endParaRPr>
          </a:p>
        </p:txBody>
      </p:sp>
      <p:sp>
        <p:nvSpPr>
          <p:cNvPr id="213" name="Google Shape;213;g3c65e6b96d2_0_13"/>
          <p:cNvSpPr txBox="1"/>
          <p:nvPr/>
        </p:nvSpPr>
        <p:spPr>
          <a:xfrm>
            <a:off x="8405635" y="3897809"/>
            <a:ext cx="57000" cy="114600"/>
          </a:xfrm>
          <a:prstGeom prst="rect">
            <a:avLst/>
          </a:prstGeom>
          <a:noFill/>
          <a:ln>
            <a:noFill/>
          </a:ln>
        </p:spPr>
        <p:txBody>
          <a:bodyPr anchorCtr="0" anchor="t" bIns="0" lIns="0" spcFirstLastPara="1" rIns="0" wrap="square" tIns="6675">
            <a:spAutoFit/>
          </a:bodyPr>
          <a:lstStyle/>
          <a:p>
            <a:pPr indent="0" lvl="0" marL="0" rtl="0" algn="l">
              <a:lnSpc>
                <a:spcPct val="100000"/>
              </a:lnSpc>
              <a:spcBef>
                <a:spcPts val="0"/>
              </a:spcBef>
              <a:spcAft>
                <a:spcPts val="0"/>
              </a:spcAft>
              <a:buNone/>
            </a:pPr>
            <a:r>
              <a:t/>
            </a:r>
            <a:endParaRPr sz="700">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How to Deal with Missing Values in Cluster Analysis | Displayr.com" id="218" name="Google Shape;218;p20"/>
          <p:cNvPicPr preferRelativeResize="0"/>
          <p:nvPr/>
        </p:nvPicPr>
        <p:blipFill rotWithShape="1">
          <a:blip r:embed="rId3">
            <a:alphaModFix/>
          </a:blip>
          <a:srcRect b="0" l="0" r="0" t="0"/>
          <a:stretch/>
        </p:blipFill>
        <p:spPr>
          <a:xfrm>
            <a:off x="144300" y="162225"/>
            <a:ext cx="3248374" cy="1996562"/>
          </a:xfrm>
          <a:prstGeom prst="rect">
            <a:avLst/>
          </a:prstGeom>
          <a:noFill/>
          <a:ln>
            <a:noFill/>
          </a:ln>
        </p:spPr>
      </p:pic>
      <p:pic>
        <p:nvPicPr>
          <p:cNvPr descr="The Ripple Effect of Reducing Data Entry Errors - Pinnacle III" id="219" name="Google Shape;219;p20"/>
          <p:cNvPicPr preferRelativeResize="0"/>
          <p:nvPr/>
        </p:nvPicPr>
        <p:blipFill rotWithShape="1">
          <a:blip r:embed="rId4">
            <a:alphaModFix/>
          </a:blip>
          <a:srcRect b="0" l="0" r="0" t="0"/>
          <a:stretch/>
        </p:blipFill>
        <p:spPr>
          <a:xfrm>
            <a:off x="5854100" y="288625"/>
            <a:ext cx="3248375" cy="2321000"/>
          </a:xfrm>
          <a:prstGeom prst="rect">
            <a:avLst/>
          </a:prstGeom>
          <a:noFill/>
          <a:ln>
            <a:noFill/>
          </a:ln>
        </p:spPr>
      </p:pic>
      <p:pic>
        <p:nvPicPr>
          <p:cNvPr descr="Inconsistent Data - Georgia Tech - Health Informatics in the Cloud" id="220" name="Google Shape;220;p20"/>
          <p:cNvPicPr preferRelativeResize="0"/>
          <p:nvPr/>
        </p:nvPicPr>
        <p:blipFill rotWithShape="1">
          <a:blip r:embed="rId5">
            <a:alphaModFix/>
          </a:blip>
          <a:srcRect b="0" l="0" r="0" t="0"/>
          <a:stretch/>
        </p:blipFill>
        <p:spPr>
          <a:xfrm>
            <a:off x="-5076" y="2418575"/>
            <a:ext cx="3888950" cy="2188376"/>
          </a:xfrm>
          <a:prstGeom prst="rect">
            <a:avLst/>
          </a:prstGeom>
          <a:noFill/>
          <a:ln>
            <a:noFill/>
          </a:ln>
        </p:spPr>
      </p:pic>
      <p:pic>
        <p:nvPicPr>
          <p:cNvPr descr="Data Management – Finding, Removing Duplicate Rows Using SQL and Some  Prevention Tips | DBA Diaries" id="221" name="Google Shape;221;p20"/>
          <p:cNvPicPr preferRelativeResize="0"/>
          <p:nvPr/>
        </p:nvPicPr>
        <p:blipFill rotWithShape="1">
          <a:blip r:embed="rId6">
            <a:alphaModFix/>
          </a:blip>
          <a:srcRect b="0" l="0" r="0" t="0"/>
          <a:stretch/>
        </p:blipFill>
        <p:spPr>
          <a:xfrm>
            <a:off x="4093825" y="3275399"/>
            <a:ext cx="2218676" cy="1868107"/>
          </a:xfrm>
          <a:prstGeom prst="rect">
            <a:avLst/>
          </a:prstGeom>
          <a:noFill/>
          <a:ln>
            <a:noFill/>
          </a:ln>
        </p:spPr>
      </p:pic>
      <p:pic>
        <p:nvPicPr>
          <p:cNvPr descr="Outlier - Definition and examples - Cuemath" id="222" name="Google Shape;222;p20"/>
          <p:cNvPicPr preferRelativeResize="0"/>
          <p:nvPr/>
        </p:nvPicPr>
        <p:blipFill rotWithShape="1">
          <a:blip r:embed="rId7">
            <a:alphaModFix/>
          </a:blip>
          <a:srcRect b="0" l="0" r="0" t="0"/>
          <a:stretch/>
        </p:blipFill>
        <p:spPr>
          <a:xfrm>
            <a:off x="3248376" y="828100"/>
            <a:ext cx="2667578" cy="2402225"/>
          </a:xfrm>
          <a:prstGeom prst="rect">
            <a:avLst/>
          </a:prstGeom>
          <a:noFill/>
          <a:ln>
            <a:noFill/>
          </a:ln>
        </p:spPr>
      </p:pic>
      <p:pic>
        <p:nvPicPr>
          <p:cNvPr descr="How to fix an Unbalanced Dataset - KDnuggets" id="223" name="Google Shape;223;p20"/>
          <p:cNvPicPr preferRelativeResize="0"/>
          <p:nvPr/>
        </p:nvPicPr>
        <p:blipFill rotWithShape="1">
          <a:blip r:embed="rId8">
            <a:alphaModFix/>
          </a:blip>
          <a:srcRect b="0" l="0" r="0" t="0"/>
          <a:stretch/>
        </p:blipFill>
        <p:spPr>
          <a:xfrm>
            <a:off x="6522450" y="2923649"/>
            <a:ext cx="2638574" cy="13193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The Best Memes about AI - by Mark McNeilly - Mimir's Well" id="228" name="Google Shape;228;p21"/>
          <p:cNvPicPr preferRelativeResize="0"/>
          <p:nvPr/>
        </p:nvPicPr>
        <p:blipFill rotWithShape="1">
          <a:blip r:embed="rId3">
            <a:alphaModFix/>
          </a:blip>
          <a:srcRect b="0" l="0" r="0" t="0"/>
          <a:stretch/>
        </p:blipFill>
        <p:spPr>
          <a:xfrm>
            <a:off x="2872338" y="0"/>
            <a:ext cx="3399317"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Eliminate Underfitting and Overfitting with these tricks | by Amado Vazquez  Acuña | Medium" id="233" name="Google Shape;233;p22"/>
          <p:cNvPicPr preferRelativeResize="0"/>
          <p:nvPr/>
        </p:nvPicPr>
        <p:blipFill rotWithShape="1">
          <a:blip r:embed="rId3">
            <a:alphaModFix/>
          </a:blip>
          <a:srcRect b="0" l="0" r="0" t="0"/>
          <a:stretch/>
        </p:blipFill>
        <p:spPr>
          <a:xfrm>
            <a:off x="0" y="739763"/>
            <a:ext cx="9144000" cy="366397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txBox="1"/>
          <p:nvPr>
            <p:ph type="ctrTitle"/>
          </p:nvPr>
        </p:nvSpPr>
        <p:spPr>
          <a:xfrm>
            <a:off x="715100" y="1140750"/>
            <a:ext cx="4652400" cy="1857600"/>
          </a:xfrm>
          <a:prstGeom prst="rect">
            <a:avLst/>
          </a:prstGeom>
          <a:noFill/>
          <a:ln>
            <a:noFill/>
          </a:ln>
        </p:spPr>
        <p:txBody>
          <a:bodyPr anchorCtr="0" anchor="ctr" bIns="91425" lIns="91425" spcFirstLastPara="1" rIns="103450" wrap="square" tIns="91425">
            <a:noAutofit/>
          </a:bodyPr>
          <a:lstStyle/>
          <a:p>
            <a:pPr indent="0" lvl="0" marL="0" rtl="0" algn="l">
              <a:lnSpc>
                <a:spcPct val="115000"/>
              </a:lnSpc>
              <a:spcBef>
                <a:spcPts val="0"/>
              </a:spcBef>
              <a:spcAft>
                <a:spcPts val="0"/>
              </a:spcAft>
              <a:buSzPts val="5200"/>
              <a:buNone/>
            </a:pPr>
            <a:r>
              <a:rPr lang="en"/>
              <a:t>Testing &amp; Validating</a:t>
            </a:r>
            <a:endParaRPr>
              <a:solidFill>
                <a:schemeClr val="accent3"/>
              </a:solidFill>
            </a:endParaRPr>
          </a:p>
        </p:txBody>
      </p:sp>
      <p:cxnSp>
        <p:nvCxnSpPr>
          <p:cNvPr id="239" name="Google Shape;239;p23"/>
          <p:cNvCxnSpPr/>
          <p:nvPr/>
        </p:nvCxnSpPr>
        <p:spPr>
          <a:xfrm>
            <a:off x="4466175" y="2069550"/>
            <a:ext cx="552600" cy="0"/>
          </a:xfrm>
          <a:prstGeom prst="straightConnector1">
            <a:avLst/>
          </a:prstGeom>
          <a:noFill/>
          <a:ln cap="flat" cmpd="sng" w="19050">
            <a:solidFill>
              <a:schemeClr val="dk1"/>
            </a:solidFill>
            <a:prstDash val="solid"/>
            <a:round/>
            <a:headEnd len="sm" w="sm" type="none"/>
            <a:tailEnd len="med" w="med" type="stealth"/>
          </a:ln>
        </p:spPr>
      </p:cxnSp>
      <p:sp>
        <p:nvSpPr>
          <p:cNvPr id="240" name="Google Shape;240;p23"/>
          <p:cNvSpPr/>
          <p:nvPr/>
        </p:nvSpPr>
        <p:spPr>
          <a:xfrm>
            <a:off x="715100" y="4242500"/>
            <a:ext cx="443700" cy="366000"/>
          </a:xfrm>
          <a:prstGeom prst="rect">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Arial"/>
                <a:ea typeface="Arial"/>
                <a:cs typeface="Arial"/>
                <a:sym typeface="Arial"/>
              </a:rPr>
              <a:t>(AI)</a:t>
            </a:r>
            <a:endParaRPr b="1" i="0" sz="1200" u="none" cap="none" strike="noStrike">
              <a:solidFill>
                <a:schemeClr val="accent4"/>
              </a:solidFill>
              <a:latin typeface="Arial"/>
              <a:ea typeface="Arial"/>
              <a:cs typeface="Arial"/>
              <a:sym typeface="Arial"/>
            </a:endParaRPr>
          </a:p>
        </p:txBody>
      </p:sp>
      <p:pic>
        <p:nvPicPr>
          <p:cNvPr id="241" name="Google Shape;241;p23"/>
          <p:cNvPicPr preferRelativeResize="0"/>
          <p:nvPr/>
        </p:nvPicPr>
        <p:blipFill rotWithShape="1">
          <a:blip r:embed="rId3">
            <a:alphaModFix/>
          </a:blip>
          <a:srcRect b="9255" l="0" r="0" t="9256"/>
          <a:stretch/>
        </p:blipFill>
        <p:spPr>
          <a:xfrm>
            <a:off x="5181273" y="1379366"/>
            <a:ext cx="3962725" cy="3229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Test, training and validation sets" id="246" name="Google Shape;246;p24"/>
          <p:cNvPicPr preferRelativeResize="0"/>
          <p:nvPr/>
        </p:nvPicPr>
        <p:blipFill rotWithShape="1">
          <a:blip r:embed="rId3">
            <a:alphaModFix/>
          </a:blip>
          <a:srcRect b="0" l="0" r="0" t="0"/>
          <a:stretch/>
        </p:blipFill>
        <p:spPr>
          <a:xfrm>
            <a:off x="87775" y="1267100"/>
            <a:ext cx="8968449" cy="2609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25"/>
          <p:cNvPicPr preferRelativeResize="0"/>
          <p:nvPr/>
        </p:nvPicPr>
        <p:blipFill rotWithShape="1">
          <a:blip r:embed="rId3">
            <a:alphaModFix/>
          </a:blip>
          <a:srcRect b="0" l="0" r="0" t="0"/>
          <a:stretch/>
        </p:blipFill>
        <p:spPr>
          <a:xfrm>
            <a:off x="660461" y="588336"/>
            <a:ext cx="7823075" cy="3966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How-To: Cross Validation with Time Series Data | by Haden Pelletier |  Towards Data Science" id="256" name="Google Shape;256;p26"/>
          <p:cNvPicPr preferRelativeResize="0"/>
          <p:nvPr/>
        </p:nvPicPr>
        <p:blipFill rotWithShape="1">
          <a:blip r:embed="rId3">
            <a:alphaModFix/>
          </a:blip>
          <a:srcRect b="0" l="0" r="0" t="0"/>
          <a:stretch/>
        </p:blipFill>
        <p:spPr>
          <a:xfrm>
            <a:off x="0" y="578563"/>
            <a:ext cx="9144000" cy="39863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27"/>
          <p:cNvPicPr preferRelativeResize="0"/>
          <p:nvPr/>
        </p:nvPicPr>
        <p:blipFill rotWithShape="1">
          <a:blip r:embed="rId3">
            <a:alphaModFix/>
          </a:blip>
          <a:srcRect b="0" l="0" r="0" t="0"/>
          <a:stretch/>
        </p:blipFill>
        <p:spPr>
          <a:xfrm>
            <a:off x="922775" y="331850"/>
            <a:ext cx="7512875" cy="1924675"/>
          </a:xfrm>
          <a:prstGeom prst="rect">
            <a:avLst/>
          </a:prstGeom>
          <a:noFill/>
          <a:ln>
            <a:noFill/>
          </a:ln>
        </p:spPr>
      </p:pic>
      <p:pic>
        <p:nvPicPr>
          <p:cNvPr id="262" name="Google Shape;262;p27"/>
          <p:cNvPicPr preferRelativeResize="0"/>
          <p:nvPr/>
        </p:nvPicPr>
        <p:blipFill rotWithShape="1">
          <a:blip r:embed="rId4">
            <a:alphaModFix/>
          </a:blip>
          <a:srcRect b="0" l="0" r="0" t="0"/>
          <a:stretch/>
        </p:blipFill>
        <p:spPr>
          <a:xfrm>
            <a:off x="1155025" y="2588350"/>
            <a:ext cx="7606451" cy="20248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The best Machine Learning memes :) Memedroid" id="267" name="Google Shape;267;p28"/>
          <p:cNvPicPr preferRelativeResize="0"/>
          <p:nvPr/>
        </p:nvPicPr>
        <p:blipFill rotWithShape="1">
          <a:blip r:embed="rId3">
            <a:alphaModFix/>
          </a:blip>
          <a:srcRect b="0" l="0" r="0" t="0"/>
          <a:stretch/>
        </p:blipFill>
        <p:spPr>
          <a:xfrm>
            <a:off x="2347350" y="66550"/>
            <a:ext cx="4223038"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grpSp>
        <p:nvGrpSpPr>
          <p:cNvPr id="272" name="Google Shape;272;p29"/>
          <p:cNvGrpSpPr/>
          <p:nvPr/>
        </p:nvGrpSpPr>
        <p:grpSpPr>
          <a:xfrm>
            <a:off x="4902098" y="535097"/>
            <a:ext cx="3683753" cy="4073628"/>
            <a:chOff x="4825898" y="535097"/>
            <a:chExt cx="3683753" cy="4073628"/>
          </a:xfrm>
        </p:grpSpPr>
        <p:grpSp>
          <p:nvGrpSpPr>
            <p:cNvPr id="273" name="Google Shape;273;p29"/>
            <p:cNvGrpSpPr/>
            <p:nvPr/>
          </p:nvGrpSpPr>
          <p:grpSpPr>
            <a:xfrm>
              <a:off x="5416996" y="1013447"/>
              <a:ext cx="2303759" cy="3595278"/>
              <a:chOff x="5416996" y="1013447"/>
              <a:chExt cx="2303759" cy="3595278"/>
            </a:xfrm>
          </p:grpSpPr>
          <p:sp>
            <p:nvSpPr>
              <p:cNvPr id="274" name="Google Shape;274;p29"/>
              <p:cNvSpPr/>
              <p:nvPr/>
            </p:nvSpPr>
            <p:spPr>
              <a:xfrm>
                <a:off x="5416996" y="1826109"/>
                <a:ext cx="1397099" cy="2781023"/>
              </a:xfrm>
              <a:custGeom>
                <a:rect b="b" l="l" r="r" t="t"/>
                <a:pathLst>
                  <a:path extrusionOk="0" h="59319" w="29800">
                    <a:moveTo>
                      <a:pt x="43" y="0"/>
                    </a:moveTo>
                    <a:cubicBezTo>
                      <a:pt x="20" y="0"/>
                      <a:pt x="0" y="20"/>
                      <a:pt x="0" y="43"/>
                    </a:cubicBezTo>
                    <a:lnTo>
                      <a:pt x="0" y="59276"/>
                    </a:lnTo>
                    <a:cubicBezTo>
                      <a:pt x="0" y="59301"/>
                      <a:pt x="20" y="59319"/>
                      <a:pt x="43" y="59319"/>
                    </a:cubicBezTo>
                    <a:lnTo>
                      <a:pt x="29757" y="59319"/>
                    </a:lnTo>
                    <a:cubicBezTo>
                      <a:pt x="29781" y="59319"/>
                      <a:pt x="29800" y="59301"/>
                      <a:pt x="29800" y="59276"/>
                    </a:cubicBezTo>
                    <a:lnTo>
                      <a:pt x="29800" y="43"/>
                    </a:lnTo>
                    <a:cubicBezTo>
                      <a:pt x="29800" y="20"/>
                      <a:pt x="29781" y="0"/>
                      <a:pt x="29757" y="0"/>
                    </a:cubicBezTo>
                    <a:close/>
                  </a:path>
                </a:pathLst>
              </a:custGeom>
              <a:solidFill>
                <a:srgbClr val="5448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9"/>
              <p:cNvSpPr/>
              <p:nvPr/>
            </p:nvSpPr>
            <p:spPr>
              <a:xfrm>
                <a:off x="5551970" y="1826109"/>
                <a:ext cx="1397099" cy="2781023"/>
              </a:xfrm>
              <a:custGeom>
                <a:rect b="b" l="l" r="r" t="t"/>
                <a:pathLst>
                  <a:path extrusionOk="0" h="59319" w="29800">
                    <a:moveTo>
                      <a:pt x="886" y="0"/>
                    </a:moveTo>
                    <a:cubicBezTo>
                      <a:pt x="395" y="0"/>
                      <a:pt x="0" y="395"/>
                      <a:pt x="0" y="886"/>
                    </a:cubicBezTo>
                    <a:lnTo>
                      <a:pt x="0" y="58434"/>
                    </a:lnTo>
                    <a:cubicBezTo>
                      <a:pt x="0" y="58924"/>
                      <a:pt x="395" y="59319"/>
                      <a:pt x="886" y="59319"/>
                    </a:cubicBezTo>
                    <a:lnTo>
                      <a:pt x="28914" y="59319"/>
                    </a:lnTo>
                    <a:cubicBezTo>
                      <a:pt x="29405" y="59319"/>
                      <a:pt x="29800" y="58924"/>
                      <a:pt x="29800" y="58434"/>
                    </a:cubicBezTo>
                    <a:lnTo>
                      <a:pt x="29800" y="886"/>
                    </a:lnTo>
                    <a:cubicBezTo>
                      <a:pt x="29800" y="395"/>
                      <a:pt x="29405" y="0"/>
                      <a:pt x="28914" y="0"/>
                    </a:cubicBezTo>
                    <a:close/>
                  </a:path>
                </a:pathLst>
              </a:custGeom>
              <a:solidFill>
                <a:srgbClr val="6156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9"/>
              <p:cNvSpPr/>
              <p:nvPr/>
            </p:nvSpPr>
            <p:spPr>
              <a:xfrm>
                <a:off x="5622997" y="1897229"/>
                <a:ext cx="1255045" cy="2485570"/>
              </a:xfrm>
              <a:custGeom>
                <a:rect b="b" l="l" r="r" t="t"/>
                <a:pathLst>
                  <a:path extrusionOk="0" h="53017" w="26770">
                    <a:moveTo>
                      <a:pt x="245" y="0"/>
                    </a:moveTo>
                    <a:cubicBezTo>
                      <a:pt x="111" y="0"/>
                      <a:pt x="0" y="109"/>
                      <a:pt x="0" y="243"/>
                    </a:cubicBezTo>
                    <a:lnTo>
                      <a:pt x="0" y="52772"/>
                    </a:lnTo>
                    <a:cubicBezTo>
                      <a:pt x="0" y="52908"/>
                      <a:pt x="111" y="53017"/>
                      <a:pt x="245" y="53017"/>
                    </a:cubicBezTo>
                    <a:lnTo>
                      <a:pt x="26525" y="53017"/>
                    </a:lnTo>
                    <a:cubicBezTo>
                      <a:pt x="26659" y="53017"/>
                      <a:pt x="26770" y="52908"/>
                      <a:pt x="26770" y="52772"/>
                    </a:cubicBezTo>
                    <a:lnTo>
                      <a:pt x="26770" y="243"/>
                    </a:lnTo>
                    <a:cubicBezTo>
                      <a:pt x="26770" y="109"/>
                      <a:pt x="26659" y="0"/>
                      <a:pt x="26525" y="0"/>
                    </a:cubicBezTo>
                    <a:close/>
                  </a:path>
                </a:pathLst>
              </a:custGeom>
              <a:solidFill>
                <a:srgbClr val="F2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9"/>
              <p:cNvSpPr/>
              <p:nvPr/>
            </p:nvSpPr>
            <p:spPr>
              <a:xfrm>
                <a:off x="6180008" y="4419086"/>
                <a:ext cx="141116" cy="141116"/>
              </a:xfrm>
              <a:custGeom>
                <a:rect b="b" l="l" r="r" t="t"/>
                <a:pathLst>
                  <a:path extrusionOk="0" h="3010" w="3010">
                    <a:moveTo>
                      <a:pt x="1505" y="1"/>
                    </a:moveTo>
                    <a:cubicBezTo>
                      <a:pt x="673" y="1"/>
                      <a:pt x="0" y="673"/>
                      <a:pt x="0" y="1505"/>
                    </a:cubicBezTo>
                    <a:cubicBezTo>
                      <a:pt x="0" y="2335"/>
                      <a:pt x="673" y="3009"/>
                      <a:pt x="1505" y="3009"/>
                    </a:cubicBezTo>
                    <a:cubicBezTo>
                      <a:pt x="2335" y="3009"/>
                      <a:pt x="3009" y="2335"/>
                      <a:pt x="3009" y="1505"/>
                    </a:cubicBezTo>
                    <a:cubicBezTo>
                      <a:pt x="3009" y="673"/>
                      <a:pt x="2335" y="1"/>
                      <a:pt x="1505" y="1"/>
                    </a:cubicBezTo>
                    <a:close/>
                  </a:path>
                </a:pathLst>
              </a:custGeom>
              <a:solidFill>
                <a:srgbClr val="5448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9"/>
              <p:cNvSpPr/>
              <p:nvPr/>
            </p:nvSpPr>
            <p:spPr>
              <a:xfrm>
                <a:off x="5448032" y="1897229"/>
                <a:ext cx="72949" cy="399626"/>
              </a:xfrm>
              <a:custGeom>
                <a:rect b="b" l="l" r="r" t="t"/>
                <a:pathLst>
                  <a:path extrusionOk="0" h="8524" w="1556">
                    <a:moveTo>
                      <a:pt x="505" y="0"/>
                    </a:moveTo>
                    <a:cubicBezTo>
                      <a:pt x="227" y="0"/>
                      <a:pt x="0" y="225"/>
                      <a:pt x="0" y="503"/>
                    </a:cubicBezTo>
                    <a:lnTo>
                      <a:pt x="0" y="8021"/>
                    </a:lnTo>
                    <a:cubicBezTo>
                      <a:pt x="0" y="8299"/>
                      <a:pt x="227" y="8524"/>
                      <a:pt x="505" y="8524"/>
                    </a:cubicBezTo>
                    <a:lnTo>
                      <a:pt x="1052" y="8524"/>
                    </a:lnTo>
                    <a:cubicBezTo>
                      <a:pt x="1329" y="8524"/>
                      <a:pt x="1555" y="8299"/>
                      <a:pt x="1555" y="8021"/>
                    </a:cubicBezTo>
                    <a:lnTo>
                      <a:pt x="1555" y="503"/>
                    </a:lnTo>
                    <a:cubicBezTo>
                      <a:pt x="1555" y="225"/>
                      <a:pt x="1329" y="0"/>
                      <a:pt x="1052" y="0"/>
                    </a:cubicBezTo>
                    <a:close/>
                  </a:path>
                </a:pathLst>
              </a:custGeom>
              <a:solidFill>
                <a:srgbClr val="6156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9"/>
              <p:cNvSpPr/>
              <p:nvPr/>
            </p:nvSpPr>
            <p:spPr>
              <a:xfrm>
                <a:off x="5448032" y="2335065"/>
                <a:ext cx="72949" cy="399720"/>
              </a:xfrm>
              <a:custGeom>
                <a:rect b="b" l="l" r="r" t="t"/>
                <a:pathLst>
                  <a:path extrusionOk="0" h="8526" w="1556">
                    <a:moveTo>
                      <a:pt x="505" y="1"/>
                    </a:moveTo>
                    <a:cubicBezTo>
                      <a:pt x="227" y="1"/>
                      <a:pt x="0" y="227"/>
                      <a:pt x="0" y="504"/>
                    </a:cubicBezTo>
                    <a:lnTo>
                      <a:pt x="0" y="8021"/>
                    </a:lnTo>
                    <a:cubicBezTo>
                      <a:pt x="0" y="8300"/>
                      <a:pt x="227" y="8526"/>
                      <a:pt x="505" y="8526"/>
                    </a:cubicBezTo>
                    <a:lnTo>
                      <a:pt x="1052" y="8526"/>
                    </a:lnTo>
                    <a:cubicBezTo>
                      <a:pt x="1329" y="8526"/>
                      <a:pt x="1555" y="8300"/>
                      <a:pt x="1555" y="8021"/>
                    </a:cubicBezTo>
                    <a:lnTo>
                      <a:pt x="1555" y="504"/>
                    </a:lnTo>
                    <a:cubicBezTo>
                      <a:pt x="1555" y="226"/>
                      <a:pt x="1329" y="1"/>
                      <a:pt x="1052" y="1"/>
                    </a:cubicBezTo>
                    <a:close/>
                  </a:path>
                </a:pathLst>
              </a:custGeom>
              <a:solidFill>
                <a:srgbClr val="6156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9"/>
              <p:cNvSpPr/>
              <p:nvPr/>
            </p:nvSpPr>
            <p:spPr>
              <a:xfrm>
                <a:off x="5467394" y="3094140"/>
                <a:ext cx="1566251" cy="207408"/>
              </a:xfrm>
              <a:custGeom>
                <a:rect b="b" l="l" r="r" t="t"/>
                <a:pathLst>
                  <a:path extrusionOk="0" h="4424" w="33408">
                    <a:moveTo>
                      <a:pt x="16705" y="1"/>
                    </a:moveTo>
                    <a:cubicBezTo>
                      <a:pt x="7480" y="1"/>
                      <a:pt x="0" y="991"/>
                      <a:pt x="0" y="2211"/>
                    </a:cubicBezTo>
                    <a:cubicBezTo>
                      <a:pt x="0" y="3433"/>
                      <a:pt x="7480" y="4424"/>
                      <a:pt x="16705" y="4424"/>
                    </a:cubicBezTo>
                    <a:cubicBezTo>
                      <a:pt x="25930" y="4424"/>
                      <a:pt x="33408" y="3433"/>
                      <a:pt x="33408" y="2211"/>
                    </a:cubicBezTo>
                    <a:cubicBezTo>
                      <a:pt x="33408" y="991"/>
                      <a:pt x="25930" y="1"/>
                      <a:pt x="16705" y="1"/>
                    </a:cubicBezTo>
                    <a:close/>
                  </a:path>
                </a:pathLst>
              </a:custGeom>
              <a:solidFill>
                <a:srgbClr val="F2F4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9"/>
              <p:cNvSpPr/>
              <p:nvPr/>
            </p:nvSpPr>
            <p:spPr>
              <a:xfrm>
                <a:off x="5513527" y="3126817"/>
                <a:ext cx="1474033" cy="142054"/>
              </a:xfrm>
              <a:custGeom>
                <a:rect b="b" l="l" r="r" t="t"/>
                <a:pathLst>
                  <a:path extrusionOk="0" h="3030" w="31441">
                    <a:moveTo>
                      <a:pt x="15721" y="1"/>
                    </a:moveTo>
                    <a:cubicBezTo>
                      <a:pt x="11633" y="1"/>
                      <a:pt x="7709" y="200"/>
                      <a:pt x="4672" y="559"/>
                    </a:cubicBezTo>
                    <a:cubicBezTo>
                      <a:pt x="1764" y="903"/>
                      <a:pt x="518" y="1287"/>
                      <a:pt x="1" y="1514"/>
                    </a:cubicBezTo>
                    <a:cubicBezTo>
                      <a:pt x="518" y="1744"/>
                      <a:pt x="1764" y="2127"/>
                      <a:pt x="4672" y="2471"/>
                    </a:cubicBezTo>
                    <a:cubicBezTo>
                      <a:pt x="7709" y="2831"/>
                      <a:pt x="11633" y="3029"/>
                      <a:pt x="15721" y="3029"/>
                    </a:cubicBezTo>
                    <a:cubicBezTo>
                      <a:pt x="19807" y="3029"/>
                      <a:pt x="23731" y="2831"/>
                      <a:pt x="26768" y="2471"/>
                    </a:cubicBezTo>
                    <a:cubicBezTo>
                      <a:pt x="29676" y="2127"/>
                      <a:pt x="30922" y="1744"/>
                      <a:pt x="31441" y="1514"/>
                    </a:cubicBezTo>
                    <a:cubicBezTo>
                      <a:pt x="30922" y="1287"/>
                      <a:pt x="29676" y="903"/>
                      <a:pt x="26768" y="559"/>
                    </a:cubicBezTo>
                    <a:cubicBezTo>
                      <a:pt x="23731" y="200"/>
                      <a:pt x="19807" y="1"/>
                      <a:pt x="15721" y="1"/>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9"/>
              <p:cNvSpPr/>
              <p:nvPr/>
            </p:nvSpPr>
            <p:spPr>
              <a:xfrm>
                <a:off x="5467394" y="3027895"/>
                <a:ext cx="1566251" cy="169949"/>
              </a:xfrm>
              <a:custGeom>
                <a:rect b="b" l="l" r="r" t="t"/>
                <a:pathLst>
                  <a:path extrusionOk="0" h="3625" w="33408">
                    <a:moveTo>
                      <a:pt x="0" y="1"/>
                    </a:moveTo>
                    <a:lnTo>
                      <a:pt x="0" y="1414"/>
                    </a:lnTo>
                    <a:cubicBezTo>
                      <a:pt x="0" y="2635"/>
                      <a:pt x="7480" y="3624"/>
                      <a:pt x="16705" y="3624"/>
                    </a:cubicBezTo>
                    <a:cubicBezTo>
                      <a:pt x="25930" y="3624"/>
                      <a:pt x="33408" y="2635"/>
                      <a:pt x="33408" y="1414"/>
                    </a:cubicBezTo>
                    <a:lnTo>
                      <a:pt x="33408" y="1"/>
                    </a:lnTo>
                    <a:cubicBezTo>
                      <a:pt x="31824" y="1030"/>
                      <a:pt x="24947" y="1805"/>
                      <a:pt x="16705" y="1805"/>
                    </a:cubicBezTo>
                    <a:cubicBezTo>
                      <a:pt x="8461" y="1805"/>
                      <a:pt x="1584" y="1030"/>
                      <a:pt x="0" y="1"/>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9"/>
              <p:cNvSpPr/>
              <p:nvPr/>
            </p:nvSpPr>
            <p:spPr>
              <a:xfrm>
                <a:off x="5467394" y="2144347"/>
                <a:ext cx="1566251" cy="968171"/>
              </a:xfrm>
              <a:custGeom>
                <a:rect b="b" l="l" r="r" t="t"/>
                <a:pathLst>
                  <a:path extrusionOk="0" h="20651" w="33408">
                    <a:moveTo>
                      <a:pt x="16705" y="1"/>
                    </a:moveTo>
                    <a:cubicBezTo>
                      <a:pt x="7480" y="1"/>
                      <a:pt x="0" y="7478"/>
                      <a:pt x="0" y="16705"/>
                    </a:cubicBezTo>
                    <a:lnTo>
                      <a:pt x="0" y="18847"/>
                    </a:lnTo>
                    <a:cubicBezTo>
                      <a:pt x="1584" y="19876"/>
                      <a:pt x="8461" y="20651"/>
                      <a:pt x="16705" y="20651"/>
                    </a:cubicBezTo>
                    <a:cubicBezTo>
                      <a:pt x="24947" y="20651"/>
                      <a:pt x="31824" y="19876"/>
                      <a:pt x="33408" y="18847"/>
                    </a:cubicBezTo>
                    <a:lnTo>
                      <a:pt x="33408" y="16705"/>
                    </a:lnTo>
                    <a:cubicBezTo>
                      <a:pt x="33408" y="7478"/>
                      <a:pt x="25930" y="1"/>
                      <a:pt x="16705" y="1"/>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9"/>
              <p:cNvSpPr/>
              <p:nvPr/>
            </p:nvSpPr>
            <p:spPr>
              <a:xfrm>
                <a:off x="5715590" y="2565821"/>
                <a:ext cx="1069859" cy="405534"/>
              </a:xfrm>
              <a:custGeom>
                <a:rect b="b" l="l" r="r" t="t"/>
                <a:pathLst>
                  <a:path extrusionOk="0" h="8650" w="22820">
                    <a:moveTo>
                      <a:pt x="918" y="0"/>
                    </a:moveTo>
                    <a:cubicBezTo>
                      <a:pt x="409" y="0"/>
                      <a:pt x="1" y="410"/>
                      <a:pt x="1" y="918"/>
                    </a:cubicBezTo>
                    <a:lnTo>
                      <a:pt x="1" y="7730"/>
                    </a:lnTo>
                    <a:cubicBezTo>
                      <a:pt x="1" y="8239"/>
                      <a:pt x="409" y="8649"/>
                      <a:pt x="918" y="8649"/>
                    </a:cubicBezTo>
                    <a:lnTo>
                      <a:pt x="21902" y="8649"/>
                    </a:lnTo>
                    <a:cubicBezTo>
                      <a:pt x="22411" y="8649"/>
                      <a:pt x="22819" y="8239"/>
                      <a:pt x="22819" y="7730"/>
                    </a:cubicBezTo>
                    <a:lnTo>
                      <a:pt x="22819" y="918"/>
                    </a:lnTo>
                    <a:cubicBezTo>
                      <a:pt x="22819" y="410"/>
                      <a:pt x="22411" y="0"/>
                      <a:pt x="21902" y="0"/>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9"/>
              <p:cNvSpPr/>
              <p:nvPr/>
            </p:nvSpPr>
            <p:spPr>
              <a:xfrm>
                <a:off x="5753518" y="2603796"/>
                <a:ext cx="994003" cy="329537"/>
              </a:xfrm>
              <a:custGeom>
                <a:rect b="b" l="l" r="r" t="t"/>
                <a:pathLst>
                  <a:path extrusionOk="0" h="7029" w="21202">
                    <a:moveTo>
                      <a:pt x="109" y="1"/>
                    </a:moveTo>
                    <a:cubicBezTo>
                      <a:pt x="49" y="1"/>
                      <a:pt x="1" y="48"/>
                      <a:pt x="1" y="108"/>
                    </a:cubicBezTo>
                    <a:lnTo>
                      <a:pt x="1" y="6920"/>
                    </a:lnTo>
                    <a:cubicBezTo>
                      <a:pt x="1" y="6980"/>
                      <a:pt x="49" y="7029"/>
                      <a:pt x="109" y="7029"/>
                    </a:cubicBezTo>
                    <a:lnTo>
                      <a:pt x="21093" y="7029"/>
                    </a:lnTo>
                    <a:cubicBezTo>
                      <a:pt x="21153" y="7029"/>
                      <a:pt x="21201" y="6980"/>
                      <a:pt x="21201" y="6920"/>
                    </a:cubicBezTo>
                    <a:lnTo>
                      <a:pt x="21201" y="108"/>
                    </a:lnTo>
                    <a:cubicBezTo>
                      <a:pt x="21201" y="48"/>
                      <a:pt x="21153" y="1"/>
                      <a:pt x="21093" y="1"/>
                    </a:cubicBezTo>
                    <a:close/>
                  </a:path>
                </a:pathLst>
              </a:custGeom>
              <a:solidFill>
                <a:srgbClr val="5A63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9"/>
              <p:cNvSpPr/>
              <p:nvPr/>
            </p:nvSpPr>
            <p:spPr>
              <a:xfrm>
                <a:off x="6462100" y="2646459"/>
                <a:ext cx="115378" cy="244258"/>
              </a:xfrm>
              <a:custGeom>
                <a:rect b="b" l="l" r="r" t="t"/>
                <a:pathLst>
                  <a:path extrusionOk="0" h="5210" w="2461">
                    <a:moveTo>
                      <a:pt x="1230" y="0"/>
                    </a:moveTo>
                    <a:cubicBezTo>
                      <a:pt x="551" y="0"/>
                      <a:pt x="1" y="551"/>
                      <a:pt x="1" y="1230"/>
                    </a:cubicBezTo>
                    <a:lnTo>
                      <a:pt x="1" y="3980"/>
                    </a:lnTo>
                    <a:cubicBezTo>
                      <a:pt x="1" y="4659"/>
                      <a:pt x="551" y="5209"/>
                      <a:pt x="1230" y="5209"/>
                    </a:cubicBezTo>
                    <a:cubicBezTo>
                      <a:pt x="1911" y="5209"/>
                      <a:pt x="2461" y="4659"/>
                      <a:pt x="2461" y="3980"/>
                    </a:cubicBezTo>
                    <a:lnTo>
                      <a:pt x="2461" y="1230"/>
                    </a:lnTo>
                    <a:cubicBezTo>
                      <a:pt x="2461" y="551"/>
                      <a:pt x="1911" y="0"/>
                      <a:pt x="1230"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9"/>
              <p:cNvSpPr/>
              <p:nvPr/>
            </p:nvSpPr>
            <p:spPr>
              <a:xfrm>
                <a:off x="5923561" y="2646459"/>
                <a:ext cx="115331" cy="244258"/>
              </a:xfrm>
              <a:custGeom>
                <a:rect b="b" l="l" r="r" t="t"/>
                <a:pathLst>
                  <a:path extrusionOk="0" h="5210" w="2460">
                    <a:moveTo>
                      <a:pt x="1231" y="0"/>
                    </a:moveTo>
                    <a:cubicBezTo>
                      <a:pt x="552" y="0"/>
                      <a:pt x="0" y="551"/>
                      <a:pt x="0" y="1230"/>
                    </a:cubicBezTo>
                    <a:lnTo>
                      <a:pt x="0" y="3980"/>
                    </a:lnTo>
                    <a:cubicBezTo>
                      <a:pt x="0" y="4659"/>
                      <a:pt x="552" y="5209"/>
                      <a:pt x="1231" y="5209"/>
                    </a:cubicBezTo>
                    <a:cubicBezTo>
                      <a:pt x="1910" y="5209"/>
                      <a:pt x="2460" y="4659"/>
                      <a:pt x="2460" y="3980"/>
                    </a:cubicBezTo>
                    <a:lnTo>
                      <a:pt x="2460" y="1230"/>
                    </a:lnTo>
                    <a:cubicBezTo>
                      <a:pt x="2460" y="551"/>
                      <a:pt x="1910" y="0"/>
                      <a:pt x="1231" y="0"/>
                    </a:cubicBezTo>
                    <a:close/>
                  </a:path>
                </a:pathLst>
              </a:custGeom>
              <a:solidFill>
                <a:srgbClr val="F6CF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9"/>
              <p:cNvSpPr/>
              <p:nvPr/>
            </p:nvSpPr>
            <p:spPr>
              <a:xfrm>
                <a:off x="6005090" y="2200747"/>
                <a:ext cx="490860" cy="264886"/>
              </a:xfrm>
              <a:custGeom>
                <a:rect b="b" l="l" r="r" t="t"/>
                <a:pathLst>
                  <a:path extrusionOk="0" h="5650" w="10470">
                    <a:moveTo>
                      <a:pt x="5236" y="1"/>
                    </a:moveTo>
                    <a:cubicBezTo>
                      <a:pt x="2698" y="1"/>
                      <a:pt x="582" y="975"/>
                      <a:pt x="103" y="2268"/>
                    </a:cubicBezTo>
                    <a:cubicBezTo>
                      <a:pt x="36" y="2449"/>
                      <a:pt x="1" y="2635"/>
                      <a:pt x="1" y="2825"/>
                    </a:cubicBezTo>
                    <a:cubicBezTo>
                      <a:pt x="1" y="3016"/>
                      <a:pt x="36" y="3202"/>
                      <a:pt x="103" y="3383"/>
                    </a:cubicBezTo>
                    <a:cubicBezTo>
                      <a:pt x="582" y="4675"/>
                      <a:pt x="2698" y="5650"/>
                      <a:pt x="5236" y="5650"/>
                    </a:cubicBezTo>
                    <a:cubicBezTo>
                      <a:pt x="8125" y="5650"/>
                      <a:pt x="10469" y="4384"/>
                      <a:pt x="10469" y="2825"/>
                    </a:cubicBezTo>
                    <a:cubicBezTo>
                      <a:pt x="10469" y="1265"/>
                      <a:pt x="8125" y="1"/>
                      <a:pt x="5236" y="1"/>
                    </a:cubicBez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9"/>
              <p:cNvSpPr/>
              <p:nvPr/>
            </p:nvSpPr>
            <p:spPr>
              <a:xfrm>
                <a:off x="6005090" y="2307076"/>
                <a:ext cx="43273" cy="52274"/>
              </a:xfrm>
              <a:custGeom>
                <a:rect b="b" l="l" r="r" t="t"/>
                <a:pathLst>
                  <a:path extrusionOk="0" h="1115" w="923">
                    <a:moveTo>
                      <a:pt x="103" y="0"/>
                    </a:moveTo>
                    <a:cubicBezTo>
                      <a:pt x="36" y="181"/>
                      <a:pt x="1" y="367"/>
                      <a:pt x="1" y="557"/>
                    </a:cubicBezTo>
                    <a:cubicBezTo>
                      <a:pt x="1" y="748"/>
                      <a:pt x="36" y="934"/>
                      <a:pt x="103" y="1115"/>
                    </a:cubicBezTo>
                    <a:cubicBezTo>
                      <a:pt x="564" y="1084"/>
                      <a:pt x="923" y="846"/>
                      <a:pt x="923" y="557"/>
                    </a:cubicBezTo>
                    <a:cubicBezTo>
                      <a:pt x="923" y="268"/>
                      <a:pt x="564" y="31"/>
                      <a:pt x="103" y="0"/>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9"/>
              <p:cNvSpPr/>
              <p:nvPr/>
            </p:nvSpPr>
            <p:spPr>
              <a:xfrm>
                <a:off x="5740532" y="3606050"/>
                <a:ext cx="1020023" cy="549182"/>
              </a:xfrm>
              <a:custGeom>
                <a:rect b="b" l="l" r="r" t="t"/>
                <a:pathLst>
                  <a:path extrusionOk="0" h="11714" w="21757">
                    <a:moveTo>
                      <a:pt x="10879" y="1"/>
                    </a:moveTo>
                    <a:cubicBezTo>
                      <a:pt x="7875" y="1"/>
                      <a:pt x="5155" y="1219"/>
                      <a:pt x="3185" y="3188"/>
                    </a:cubicBezTo>
                    <a:cubicBezTo>
                      <a:pt x="1218" y="5156"/>
                      <a:pt x="1" y="7876"/>
                      <a:pt x="1" y="10879"/>
                    </a:cubicBezTo>
                    <a:lnTo>
                      <a:pt x="1" y="11713"/>
                    </a:lnTo>
                    <a:cubicBezTo>
                      <a:pt x="1" y="8709"/>
                      <a:pt x="1218" y="5989"/>
                      <a:pt x="3185" y="4022"/>
                    </a:cubicBezTo>
                    <a:cubicBezTo>
                      <a:pt x="5155" y="2053"/>
                      <a:pt x="7875" y="836"/>
                      <a:pt x="10879" y="836"/>
                    </a:cubicBezTo>
                    <a:cubicBezTo>
                      <a:pt x="16886" y="836"/>
                      <a:pt x="21757" y="5705"/>
                      <a:pt x="21757" y="11713"/>
                    </a:cubicBezTo>
                    <a:lnTo>
                      <a:pt x="21757" y="10879"/>
                    </a:lnTo>
                    <a:cubicBezTo>
                      <a:pt x="21757" y="4872"/>
                      <a:pt x="16886" y="1"/>
                      <a:pt x="10879"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9"/>
              <p:cNvSpPr/>
              <p:nvPr/>
            </p:nvSpPr>
            <p:spPr>
              <a:xfrm>
                <a:off x="7033598" y="3290952"/>
                <a:ext cx="83263" cy="252790"/>
              </a:xfrm>
              <a:custGeom>
                <a:rect b="b" l="l" r="r" t="t"/>
                <a:pathLst>
                  <a:path extrusionOk="0" h="5392" w="1776">
                    <a:moveTo>
                      <a:pt x="1" y="1"/>
                    </a:moveTo>
                    <a:lnTo>
                      <a:pt x="1" y="5392"/>
                    </a:lnTo>
                    <a:cubicBezTo>
                      <a:pt x="848" y="5392"/>
                      <a:pt x="1556" y="4800"/>
                      <a:pt x="1733" y="4007"/>
                    </a:cubicBezTo>
                    <a:cubicBezTo>
                      <a:pt x="1762" y="3881"/>
                      <a:pt x="1776" y="3751"/>
                      <a:pt x="1776" y="3617"/>
                    </a:cubicBezTo>
                    <a:lnTo>
                      <a:pt x="1776" y="1776"/>
                    </a:lnTo>
                    <a:cubicBezTo>
                      <a:pt x="1776" y="796"/>
                      <a:pt x="981" y="1"/>
                      <a:pt x="1" y="1"/>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9"/>
              <p:cNvSpPr/>
              <p:nvPr/>
            </p:nvSpPr>
            <p:spPr>
              <a:xfrm>
                <a:off x="7033598" y="3259635"/>
                <a:ext cx="41679" cy="315519"/>
              </a:xfrm>
              <a:custGeom>
                <a:rect b="b" l="l" r="r" t="t"/>
                <a:pathLst>
                  <a:path extrusionOk="0" h="6730" w="889">
                    <a:moveTo>
                      <a:pt x="1" y="1"/>
                    </a:moveTo>
                    <a:lnTo>
                      <a:pt x="1" y="6729"/>
                    </a:lnTo>
                    <a:cubicBezTo>
                      <a:pt x="531" y="6422"/>
                      <a:pt x="889" y="5849"/>
                      <a:pt x="889" y="5191"/>
                    </a:cubicBezTo>
                    <a:lnTo>
                      <a:pt x="889" y="1537"/>
                    </a:lnTo>
                    <a:cubicBezTo>
                      <a:pt x="889" y="880"/>
                      <a:pt x="531" y="307"/>
                      <a:pt x="1"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9"/>
              <p:cNvSpPr/>
              <p:nvPr/>
            </p:nvSpPr>
            <p:spPr>
              <a:xfrm>
                <a:off x="5425810" y="3259635"/>
                <a:ext cx="41632" cy="315519"/>
              </a:xfrm>
              <a:custGeom>
                <a:rect b="b" l="l" r="r" t="t"/>
                <a:pathLst>
                  <a:path extrusionOk="0" h="6730" w="888">
                    <a:moveTo>
                      <a:pt x="887" y="1"/>
                    </a:moveTo>
                    <a:cubicBezTo>
                      <a:pt x="357" y="307"/>
                      <a:pt x="1" y="880"/>
                      <a:pt x="1" y="1537"/>
                    </a:cubicBezTo>
                    <a:lnTo>
                      <a:pt x="1" y="5191"/>
                    </a:lnTo>
                    <a:cubicBezTo>
                      <a:pt x="1" y="5849"/>
                      <a:pt x="357" y="6422"/>
                      <a:pt x="887" y="6729"/>
                    </a:cubicBezTo>
                    <a:lnTo>
                      <a:pt x="887" y="1"/>
                    </a:ln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9"/>
              <p:cNvSpPr/>
              <p:nvPr/>
            </p:nvSpPr>
            <p:spPr>
              <a:xfrm>
                <a:off x="5666270" y="2236799"/>
                <a:ext cx="30614" cy="531741"/>
              </a:xfrm>
              <a:custGeom>
                <a:rect b="b" l="l" r="r" t="t"/>
                <a:pathLst>
                  <a:path extrusionOk="0" h="11342" w="653">
                    <a:moveTo>
                      <a:pt x="327" y="1"/>
                    </a:moveTo>
                    <a:cubicBezTo>
                      <a:pt x="146" y="1"/>
                      <a:pt x="1" y="146"/>
                      <a:pt x="1" y="327"/>
                    </a:cubicBezTo>
                    <a:lnTo>
                      <a:pt x="1" y="11342"/>
                    </a:lnTo>
                    <a:lnTo>
                      <a:pt x="652" y="11342"/>
                    </a:lnTo>
                    <a:lnTo>
                      <a:pt x="652" y="327"/>
                    </a:lnTo>
                    <a:cubicBezTo>
                      <a:pt x="652" y="146"/>
                      <a:pt x="505" y="1"/>
                      <a:pt x="327" y="1"/>
                    </a:cubicBezTo>
                    <a:close/>
                  </a:path>
                </a:pathLst>
              </a:custGeom>
              <a:solidFill>
                <a:srgbClr val="F2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9"/>
              <p:cNvSpPr/>
              <p:nvPr/>
            </p:nvSpPr>
            <p:spPr>
              <a:xfrm>
                <a:off x="5647517" y="2682136"/>
                <a:ext cx="68120" cy="172856"/>
              </a:xfrm>
              <a:custGeom>
                <a:rect b="b" l="l" r="r" t="t"/>
                <a:pathLst>
                  <a:path extrusionOk="0" h="3687" w="1453">
                    <a:moveTo>
                      <a:pt x="621" y="1"/>
                    </a:moveTo>
                    <a:cubicBezTo>
                      <a:pt x="279" y="1"/>
                      <a:pt x="0" y="279"/>
                      <a:pt x="0" y="621"/>
                    </a:cubicBezTo>
                    <a:lnTo>
                      <a:pt x="0" y="3066"/>
                    </a:lnTo>
                    <a:cubicBezTo>
                      <a:pt x="0" y="3409"/>
                      <a:pt x="279" y="3687"/>
                      <a:pt x="621" y="3687"/>
                    </a:cubicBezTo>
                    <a:lnTo>
                      <a:pt x="1453" y="3687"/>
                    </a:lnTo>
                    <a:lnTo>
                      <a:pt x="1453" y="1"/>
                    </a:lnTo>
                    <a:close/>
                  </a:path>
                </a:pathLst>
              </a:custGeom>
              <a:solidFill>
                <a:srgbClr val="DEE5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9"/>
              <p:cNvSpPr/>
              <p:nvPr/>
            </p:nvSpPr>
            <p:spPr>
              <a:xfrm>
                <a:off x="5916294" y="1927938"/>
                <a:ext cx="211159" cy="147867"/>
              </a:xfrm>
              <a:custGeom>
                <a:rect b="b" l="l" r="r" t="t"/>
                <a:pathLst>
                  <a:path extrusionOk="0" h="3154" w="4504">
                    <a:moveTo>
                      <a:pt x="1" y="1"/>
                    </a:moveTo>
                    <a:lnTo>
                      <a:pt x="3404" y="3153"/>
                    </a:lnTo>
                    <a:lnTo>
                      <a:pt x="4503" y="3153"/>
                    </a:lnTo>
                    <a:lnTo>
                      <a:pt x="1101" y="1"/>
                    </a:lnTo>
                    <a:close/>
                  </a:path>
                </a:pathLst>
              </a:custGeom>
              <a:solidFill>
                <a:srgbClr val="F27C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9"/>
              <p:cNvSpPr/>
              <p:nvPr/>
            </p:nvSpPr>
            <p:spPr>
              <a:xfrm>
                <a:off x="5416996" y="1826109"/>
                <a:ext cx="1397099" cy="2781023"/>
              </a:xfrm>
              <a:custGeom>
                <a:rect b="b" l="l" r="r" t="t"/>
                <a:pathLst>
                  <a:path extrusionOk="0" h="59319" w="29800">
                    <a:moveTo>
                      <a:pt x="43" y="0"/>
                    </a:moveTo>
                    <a:cubicBezTo>
                      <a:pt x="20" y="0"/>
                      <a:pt x="0" y="20"/>
                      <a:pt x="0" y="43"/>
                    </a:cubicBezTo>
                    <a:lnTo>
                      <a:pt x="0" y="59276"/>
                    </a:lnTo>
                    <a:cubicBezTo>
                      <a:pt x="0" y="59301"/>
                      <a:pt x="20" y="59319"/>
                      <a:pt x="43" y="59319"/>
                    </a:cubicBezTo>
                    <a:lnTo>
                      <a:pt x="29757" y="59319"/>
                    </a:lnTo>
                    <a:cubicBezTo>
                      <a:pt x="29781" y="59319"/>
                      <a:pt x="29800" y="59301"/>
                      <a:pt x="29800" y="59276"/>
                    </a:cubicBezTo>
                    <a:lnTo>
                      <a:pt x="29800" y="43"/>
                    </a:lnTo>
                    <a:cubicBezTo>
                      <a:pt x="29800" y="20"/>
                      <a:pt x="29781" y="0"/>
                      <a:pt x="297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9"/>
              <p:cNvSpPr/>
              <p:nvPr/>
            </p:nvSpPr>
            <p:spPr>
              <a:xfrm>
                <a:off x="5551970" y="1826109"/>
                <a:ext cx="1397099" cy="2781023"/>
              </a:xfrm>
              <a:custGeom>
                <a:rect b="b" l="l" r="r" t="t"/>
                <a:pathLst>
                  <a:path extrusionOk="0" h="59319" w="29800">
                    <a:moveTo>
                      <a:pt x="886" y="0"/>
                    </a:moveTo>
                    <a:cubicBezTo>
                      <a:pt x="395" y="0"/>
                      <a:pt x="0" y="395"/>
                      <a:pt x="0" y="886"/>
                    </a:cubicBezTo>
                    <a:lnTo>
                      <a:pt x="0" y="58434"/>
                    </a:lnTo>
                    <a:cubicBezTo>
                      <a:pt x="0" y="58924"/>
                      <a:pt x="395" y="59319"/>
                      <a:pt x="886" y="59319"/>
                    </a:cubicBezTo>
                    <a:lnTo>
                      <a:pt x="28914" y="59319"/>
                    </a:lnTo>
                    <a:cubicBezTo>
                      <a:pt x="29405" y="59319"/>
                      <a:pt x="29800" y="58924"/>
                      <a:pt x="29800" y="58434"/>
                    </a:cubicBezTo>
                    <a:lnTo>
                      <a:pt x="29800" y="886"/>
                    </a:lnTo>
                    <a:cubicBezTo>
                      <a:pt x="29800" y="395"/>
                      <a:pt x="29405" y="0"/>
                      <a:pt x="2891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9"/>
              <p:cNvSpPr/>
              <p:nvPr/>
            </p:nvSpPr>
            <p:spPr>
              <a:xfrm>
                <a:off x="5622997" y="1897229"/>
                <a:ext cx="1255045" cy="2485570"/>
              </a:xfrm>
              <a:custGeom>
                <a:rect b="b" l="l" r="r" t="t"/>
                <a:pathLst>
                  <a:path extrusionOk="0" h="53017" w="26770">
                    <a:moveTo>
                      <a:pt x="245" y="0"/>
                    </a:moveTo>
                    <a:cubicBezTo>
                      <a:pt x="111" y="0"/>
                      <a:pt x="0" y="109"/>
                      <a:pt x="0" y="243"/>
                    </a:cubicBezTo>
                    <a:lnTo>
                      <a:pt x="0" y="52772"/>
                    </a:lnTo>
                    <a:cubicBezTo>
                      <a:pt x="0" y="52908"/>
                      <a:pt x="111" y="53017"/>
                      <a:pt x="245" y="53017"/>
                    </a:cubicBezTo>
                    <a:lnTo>
                      <a:pt x="26525" y="53017"/>
                    </a:lnTo>
                    <a:cubicBezTo>
                      <a:pt x="26659" y="53017"/>
                      <a:pt x="26770" y="52908"/>
                      <a:pt x="26770" y="52772"/>
                    </a:cubicBezTo>
                    <a:lnTo>
                      <a:pt x="26770" y="243"/>
                    </a:lnTo>
                    <a:cubicBezTo>
                      <a:pt x="26770" y="109"/>
                      <a:pt x="26659" y="0"/>
                      <a:pt x="2652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9"/>
              <p:cNvSpPr/>
              <p:nvPr/>
            </p:nvSpPr>
            <p:spPr>
              <a:xfrm>
                <a:off x="6180008" y="4419086"/>
                <a:ext cx="141116" cy="141116"/>
              </a:xfrm>
              <a:custGeom>
                <a:rect b="b" l="l" r="r" t="t"/>
                <a:pathLst>
                  <a:path extrusionOk="0" h="3010" w="3010">
                    <a:moveTo>
                      <a:pt x="1505" y="1"/>
                    </a:moveTo>
                    <a:cubicBezTo>
                      <a:pt x="673" y="1"/>
                      <a:pt x="0" y="673"/>
                      <a:pt x="0" y="1505"/>
                    </a:cubicBezTo>
                    <a:cubicBezTo>
                      <a:pt x="0" y="2335"/>
                      <a:pt x="673" y="3009"/>
                      <a:pt x="1505" y="3009"/>
                    </a:cubicBezTo>
                    <a:cubicBezTo>
                      <a:pt x="2335" y="3009"/>
                      <a:pt x="3009" y="2335"/>
                      <a:pt x="3009" y="1505"/>
                    </a:cubicBezTo>
                    <a:cubicBezTo>
                      <a:pt x="3009" y="673"/>
                      <a:pt x="2335" y="1"/>
                      <a:pt x="15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9"/>
              <p:cNvSpPr/>
              <p:nvPr/>
            </p:nvSpPr>
            <p:spPr>
              <a:xfrm>
                <a:off x="5448032" y="1897229"/>
                <a:ext cx="72949" cy="399626"/>
              </a:xfrm>
              <a:custGeom>
                <a:rect b="b" l="l" r="r" t="t"/>
                <a:pathLst>
                  <a:path extrusionOk="0" h="8524" w="1556">
                    <a:moveTo>
                      <a:pt x="505" y="0"/>
                    </a:moveTo>
                    <a:cubicBezTo>
                      <a:pt x="227" y="0"/>
                      <a:pt x="0" y="225"/>
                      <a:pt x="0" y="503"/>
                    </a:cubicBezTo>
                    <a:lnTo>
                      <a:pt x="0" y="8021"/>
                    </a:lnTo>
                    <a:cubicBezTo>
                      <a:pt x="0" y="8299"/>
                      <a:pt x="227" y="8524"/>
                      <a:pt x="505" y="8524"/>
                    </a:cubicBezTo>
                    <a:lnTo>
                      <a:pt x="1052" y="8524"/>
                    </a:lnTo>
                    <a:cubicBezTo>
                      <a:pt x="1329" y="8524"/>
                      <a:pt x="1555" y="8299"/>
                      <a:pt x="1555" y="8021"/>
                    </a:cubicBezTo>
                    <a:lnTo>
                      <a:pt x="1555" y="503"/>
                    </a:lnTo>
                    <a:cubicBezTo>
                      <a:pt x="1555" y="225"/>
                      <a:pt x="1329" y="0"/>
                      <a:pt x="1052"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9"/>
              <p:cNvSpPr/>
              <p:nvPr/>
            </p:nvSpPr>
            <p:spPr>
              <a:xfrm>
                <a:off x="5448032" y="2335065"/>
                <a:ext cx="72949" cy="399720"/>
              </a:xfrm>
              <a:custGeom>
                <a:rect b="b" l="l" r="r" t="t"/>
                <a:pathLst>
                  <a:path extrusionOk="0" h="8526" w="1556">
                    <a:moveTo>
                      <a:pt x="505" y="1"/>
                    </a:moveTo>
                    <a:cubicBezTo>
                      <a:pt x="227" y="1"/>
                      <a:pt x="0" y="227"/>
                      <a:pt x="0" y="504"/>
                    </a:cubicBezTo>
                    <a:lnTo>
                      <a:pt x="0" y="8021"/>
                    </a:lnTo>
                    <a:cubicBezTo>
                      <a:pt x="0" y="8300"/>
                      <a:pt x="227" y="8526"/>
                      <a:pt x="505" y="8526"/>
                    </a:cubicBezTo>
                    <a:lnTo>
                      <a:pt x="1052" y="8526"/>
                    </a:lnTo>
                    <a:cubicBezTo>
                      <a:pt x="1329" y="8526"/>
                      <a:pt x="1555" y="8300"/>
                      <a:pt x="1555" y="8021"/>
                    </a:cubicBezTo>
                    <a:lnTo>
                      <a:pt x="1555" y="504"/>
                    </a:lnTo>
                    <a:cubicBezTo>
                      <a:pt x="1555" y="226"/>
                      <a:pt x="1329" y="1"/>
                      <a:pt x="1052" y="1"/>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9"/>
              <p:cNvSpPr/>
              <p:nvPr/>
            </p:nvSpPr>
            <p:spPr>
              <a:xfrm>
                <a:off x="7033598" y="3290952"/>
                <a:ext cx="83263" cy="252790"/>
              </a:xfrm>
              <a:custGeom>
                <a:rect b="b" l="l" r="r" t="t"/>
                <a:pathLst>
                  <a:path extrusionOk="0" h="5392" w="1776">
                    <a:moveTo>
                      <a:pt x="1" y="1"/>
                    </a:moveTo>
                    <a:lnTo>
                      <a:pt x="1" y="5392"/>
                    </a:lnTo>
                    <a:cubicBezTo>
                      <a:pt x="848" y="5392"/>
                      <a:pt x="1556" y="4800"/>
                      <a:pt x="1733" y="4007"/>
                    </a:cubicBezTo>
                    <a:cubicBezTo>
                      <a:pt x="1762" y="3881"/>
                      <a:pt x="1776" y="3751"/>
                      <a:pt x="1776" y="3617"/>
                    </a:cubicBezTo>
                    <a:lnTo>
                      <a:pt x="1776" y="1776"/>
                    </a:lnTo>
                    <a:cubicBezTo>
                      <a:pt x="1776" y="796"/>
                      <a:pt x="981" y="1"/>
                      <a:pt x="1" y="1"/>
                    </a:cubicBezTo>
                    <a:close/>
                  </a:path>
                </a:pathLst>
              </a:custGeom>
              <a:solidFill>
                <a:srgbClr val="E9ED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9"/>
              <p:cNvSpPr/>
              <p:nvPr/>
            </p:nvSpPr>
            <p:spPr>
              <a:xfrm>
                <a:off x="7033598" y="3259635"/>
                <a:ext cx="41679" cy="315519"/>
              </a:xfrm>
              <a:custGeom>
                <a:rect b="b" l="l" r="r" t="t"/>
                <a:pathLst>
                  <a:path extrusionOk="0" h="6730" w="889">
                    <a:moveTo>
                      <a:pt x="1" y="1"/>
                    </a:moveTo>
                    <a:lnTo>
                      <a:pt x="1" y="6729"/>
                    </a:lnTo>
                    <a:cubicBezTo>
                      <a:pt x="531" y="6422"/>
                      <a:pt x="889" y="5849"/>
                      <a:pt x="889" y="5191"/>
                    </a:cubicBezTo>
                    <a:lnTo>
                      <a:pt x="889" y="1537"/>
                    </a:lnTo>
                    <a:cubicBezTo>
                      <a:pt x="889" y="880"/>
                      <a:pt x="531" y="307"/>
                      <a:pt x="1" y="1"/>
                    </a:cubicBezTo>
                    <a:close/>
                  </a:path>
                </a:pathLst>
              </a:custGeom>
              <a:solidFill>
                <a:srgbClr val="7984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9"/>
              <p:cNvSpPr/>
              <p:nvPr/>
            </p:nvSpPr>
            <p:spPr>
              <a:xfrm>
                <a:off x="6856945" y="1560238"/>
                <a:ext cx="108955" cy="72527"/>
              </a:xfrm>
              <a:custGeom>
                <a:rect b="b" l="l" r="r" t="t"/>
                <a:pathLst>
                  <a:path extrusionOk="0" h="1547" w="2324">
                    <a:moveTo>
                      <a:pt x="2085" y="1"/>
                    </a:moveTo>
                    <a:cubicBezTo>
                      <a:pt x="1725" y="856"/>
                      <a:pt x="697" y="1291"/>
                      <a:pt x="697" y="1291"/>
                    </a:cubicBezTo>
                    <a:cubicBezTo>
                      <a:pt x="697" y="1291"/>
                      <a:pt x="399" y="921"/>
                      <a:pt x="142" y="432"/>
                    </a:cubicBezTo>
                    <a:cubicBezTo>
                      <a:pt x="93" y="337"/>
                      <a:pt x="44" y="239"/>
                      <a:pt x="0" y="137"/>
                    </a:cubicBezTo>
                    <a:lnTo>
                      <a:pt x="0" y="140"/>
                    </a:lnTo>
                    <a:lnTo>
                      <a:pt x="69" y="1366"/>
                    </a:lnTo>
                    <a:cubicBezTo>
                      <a:pt x="73" y="1368"/>
                      <a:pt x="124" y="1381"/>
                      <a:pt x="783" y="1547"/>
                    </a:cubicBezTo>
                    <a:cubicBezTo>
                      <a:pt x="1789" y="1279"/>
                      <a:pt x="2226" y="297"/>
                      <a:pt x="2324" y="44"/>
                    </a:cubicBezTo>
                    <a:cubicBezTo>
                      <a:pt x="2180" y="15"/>
                      <a:pt x="2085" y="1"/>
                      <a:pt x="2085" y="1"/>
                    </a:cubicBezTo>
                    <a:close/>
                  </a:path>
                </a:pathLst>
              </a:custGeom>
              <a:solidFill>
                <a:srgbClr val="FCE9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9"/>
              <p:cNvSpPr/>
              <p:nvPr/>
            </p:nvSpPr>
            <p:spPr>
              <a:xfrm>
                <a:off x="6527126" y="1555222"/>
                <a:ext cx="642853" cy="900332"/>
              </a:xfrm>
              <a:custGeom>
                <a:rect b="b" l="l" r="r" t="t"/>
                <a:pathLst>
                  <a:path extrusionOk="0" h="19204" w="13712">
                    <a:moveTo>
                      <a:pt x="3020" y="1"/>
                    </a:moveTo>
                    <a:cubicBezTo>
                      <a:pt x="2987" y="15"/>
                      <a:pt x="2951" y="30"/>
                      <a:pt x="2916" y="45"/>
                    </a:cubicBezTo>
                    <a:cubicBezTo>
                      <a:pt x="2461" y="242"/>
                      <a:pt x="1896" y="522"/>
                      <a:pt x="1896" y="522"/>
                    </a:cubicBezTo>
                    <a:cubicBezTo>
                      <a:pt x="1896" y="522"/>
                      <a:pt x="1074" y="541"/>
                      <a:pt x="1025" y="541"/>
                    </a:cubicBezTo>
                    <a:cubicBezTo>
                      <a:pt x="978" y="541"/>
                      <a:pt x="814" y="666"/>
                      <a:pt x="660" y="800"/>
                    </a:cubicBezTo>
                    <a:cubicBezTo>
                      <a:pt x="365" y="840"/>
                      <a:pt x="1" y="926"/>
                      <a:pt x="1" y="926"/>
                    </a:cubicBezTo>
                    <a:cubicBezTo>
                      <a:pt x="1" y="926"/>
                      <a:pt x="985" y="1299"/>
                      <a:pt x="1745" y="2283"/>
                    </a:cubicBezTo>
                    <a:lnTo>
                      <a:pt x="1747" y="2285"/>
                    </a:lnTo>
                    <a:cubicBezTo>
                      <a:pt x="1948" y="2546"/>
                      <a:pt x="2135" y="2852"/>
                      <a:pt x="2283" y="3207"/>
                    </a:cubicBezTo>
                    <a:cubicBezTo>
                      <a:pt x="2536" y="3811"/>
                      <a:pt x="2673" y="4555"/>
                      <a:pt x="2584" y="5462"/>
                    </a:cubicBezTo>
                    <a:cubicBezTo>
                      <a:pt x="2247" y="8893"/>
                      <a:pt x="1745" y="10208"/>
                      <a:pt x="1745" y="10208"/>
                    </a:cubicBezTo>
                    <a:cubicBezTo>
                      <a:pt x="1745" y="10208"/>
                      <a:pt x="1578" y="10399"/>
                      <a:pt x="941" y="10549"/>
                    </a:cubicBezTo>
                    <a:lnTo>
                      <a:pt x="942" y="10549"/>
                    </a:lnTo>
                    <a:cubicBezTo>
                      <a:pt x="959" y="10590"/>
                      <a:pt x="975" y="10630"/>
                      <a:pt x="991" y="10671"/>
                    </a:cubicBezTo>
                    <a:cubicBezTo>
                      <a:pt x="1097" y="10938"/>
                      <a:pt x="1207" y="11211"/>
                      <a:pt x="1320" y="11484"/>
                    </a:cubicBezTo>
                    <a:cubicBezTo>
                      <a:pt x="1329" y="11506"/>
                      <a:pt x="1338" y="11529"/>
                      <a:pt x="1348" y="11551"/>
                    </a:cubicBezTo>
                    <a:cubicBezTo>
                      <a:pt x="1423" y="11733"/>
                      <a:pt x="1499" y="11914"/>
                      <a:pt x="1575" y="12096"/>
                    </a:cubicBezTo>
                    <a:cubicBezTo>
                      <a:pt x="1612" y="12180"/>
                      <a:pt x="1647" y="12264"/>
                      <a:pt x="1684" y="12348"/>
                    </a:cubicBezTo>
                    <a:cubicBezTo>
                      <a:pt x="1744" y="12489"/>
                      <a:pt x="1803" y="12628"/>
                      <a:pt x="1863" y="12765"/>
                    </a:cubicBezTo>
                    <a:cubicBezTo>
                      <a:pt x="1874" y="12790"/>
                      <a:pt x="1884" y="12814"/>
                      <a:pt x="1895" y="12837"/>
                    </a:cubicBezTo>
                    <a:cubicBezTo>
                      <a:pt x="2069" y="13241"/>
                      <a:pt x="2244" y="13634"/>
                      <a:pt x="2409" y="14002"/>
                    </a:cubicBezTo>
                    <a:cubicBezTo>
                      <a:pt x="2421" y="14027"/>
                      <a:pt x="2432" y="14051"/>
                      <a:pt x="2442" y="14077"/>
                    </a:cubicBezTo>
                    <a:cubicBezTo>
                      <a:pt x="2458" y="14109"/>
                      <a:pt x="2473" y="14141"/>
                      <a:pt x="2487" y="14173"/>
                    </a:cubicBezTo>
                    <a:cubicBezTo>
                      <a:pt x="2500" y="14203"/>
                      <a:pt x="2513" y="14233"/>
                      <a:pt x="2526" y="14262"/>
                    </a:cubicBezTo>
                    <a:cubicBezTo>
                      <a:pt x="2533" y="14274"/>
                      <a:pt x="2537" y="14287"/>
                      <a:pt x="2543" y="14299"/>
                    </a:cubicBezTo>
                    <a:cubicBezTo>
                      <a:pt x="2551" y="14316"/>
                      <a:pt x="2558" y="14332"/>
                      <a:pt x="2566" y="14351"/>
                    </a:cubicBezTo>
                    <a:cubicBezTo>
                      <a:pt x="2591" y="14406"/>
                      <a:pt x="2615" y="14459"/>
                      <a:pt x="2640" y="14513"/>
                    </a:cubicBezTo>
                    <a:cubicBezTo>
                      <a:pt x="2649" y="14531"/>
                      <a:pt x="2656" y="14550"/>
                      <a:pt x="2666" y="14568"/>
                    </a:cubicBezTo>
                    <a:cubicBezTo>
                      <a:pt x="2773" y="14805"/>
                      <a:pt x="2875" y="15027"/>
                      <a:pt x="2968" y="15230"/>
                    </a:cubicBezTo>
                    <a:cubicBezTo>
                      <a:pt x="2977" y="15250"/>
                      <a:pt x="2987" y="15268"/>
                      <a:pt x="2996" y="15288"/>
                    </a:cubicBezTo>
                    <a:cubicBezTo>
                      <a:pt x="3014" y="15328"/>
                      <a:pt x="3031" y="15366"/>
                      <a:pt x="3049" y="15403"/>
                    </a:cubicBezTo>
                    <a:cubicBezTo>
                      <a:pt x="3061" y="15430"/>
                      <a:pt x="3074" y="15456"/>
                      <a:pt x="3086" y="15482"/>
                    </a:cubicBezTo>
                    <a:cubicBezTo>
                      <a:pt x="3115" y="15546"/>
                      <a:pt x="3144" y="15609"/>
                      <a:pt x="3172" y="15667"/>
                    </a:cubicBezTo>
                    <a:cubicBezTo>
                      <a:pt x="3178" y="15681"/>
                      <a:pt x="3185" y="15696"/>
                      <a:pt x="3191" y="15710"/>
                    </a:cubicBezTo>
                    <a:cubicBezTo>
                      <a:pt x="3207" y="15744"/>
                      <a:pt x="3224" y="15779"/>
                      <a:pt x="3239" y="15811"/>
                    </a:cubicBezTo>
                    <a:cubicBezTo>
                      <a:pt x="3243" y="15822"/>
                      <a:pt x="3248" y="15832"/>
                      <a:pt x="3253" y="15843"/>
                    </a:cubicBezTo>
                    <a:cubicBezTo>
                      <a:pt x="3262" y="15861"/>
                      <a:pt x="3271" y="15881"/>
                      <a:pt x="3280" y="15900"/>
                    </a:cubicBezTo>
                    <a:cubicBezTo>
                      <a:pt x="3283" y="15906"/>
                      <a:pt x="3286" y="15913"/>
                      <a:pt x="3289" y="15921"/>
                    </a:cubicBezTo>
                    <a:cubicBezTo>
                      <a:pt x="3324" y="15993"/>
                      <a:pt x="3355" y="16060"/>
                      <a:pt x="3383" y="16118"/>
                    </a:cubicBezTo>
                    <a:cubicBezTo>
                      <a:pt x="3387" y="16126"/>
                      <a:pt x="3390" y="16133"/>
                      <a:pt x="3393" y="16141"/>
                    </a:cubicBezTo>
                    <a:cubicBezTo>
                      <a:pt x="3427" y="16213"/>
                      <a:pt x="3456" y="16273"/>
                      <a:pt x="3479" y="16322"/>
                    </a:cubicBezTo>
                    <a:cubicBezTo>
                      <a:pt x="3480" y="16325"/>
                      <a:pt x="3482" y="16328"/>
                      <a:pt x="3483" y="16329"/>
                    </a:cubicBezTo>
                    <a:cubicBezTo>
                      <a:pt x="3491" y="16347"/>
                      <a:pt x="3499" y="16363"/>
                      <a:pt x="3505" y="16377"/>
                    </a:cubicBezTo>
                    <a:cubicBezTo>
                      <a:pt x="3508" y="16381"/>
                      <a:pt x="3509" y="16386"/>
                      <a:pt x="3511" y="16390"/>
                    </a:cubicBezTo>
                    <a:cubicBezTo>
                      <a:pt x="3513" y="16392"/>
                      <a:pt x="3514" y="16395"/>
                      <a:pt x="3514" y="16396"/>
                    </a:cubicBezTo>
                    <a:cubicBezTo>
                      <a:pt x="3516" y="16398"/>
                      <a:pt x="3517" y="16401"/>
                      <a:pt x="3517" y="16403"/>
                    </a:cubicBezTo>
                    <a:cubicBezTo>
                      <a:pt x="3534" y="16436"/>
                      <a:pt x="3543" y="16455"/>
                      <a:pt x="3543" y="16455"/>
                    </a:cubicBezTo>
                    <a:cubicBezTo>
                      <a:pt x="3543" y="16455"/>
                      <a:pt x="3220" y="17060"/>
                      <a:pt x="3288" y="17973"/>
                    </a:cubicBezTo>
                    <a:cubicBezTo>
                      <a:pt x="3355" y="18885"/>
                      <a:pt x="3934" y="19106"/>
                      <a:pt x="3934" y="19106"/>
                    </a:cubicBezTo>
                    <a:cubicBezTo>
                      <a:pt x="3934" y="19106"/>
                      <a:pt x="3956" y="19107"/>
                      <a:pt x="3996" y="19109"/>
                    </a:cubicBezTo>
                    <a:cubicBezTo>
                      <a:pt x="4290" y="19128"/>
                      <a:pt x="5553" y="19204"/>
                      <a:pt x="6048" y="19204"/>
                    </a:cubicBezTo>
                    <a:cubicBezTo>
                      <a:pt x="6144" y="19204"/>
                      <a:pt x="6212" y="19201"/>
                      <a:pt x="6237" y="19194"/>
                    </a:cubicBezTo>
                    <a:cubicBezTo>
                      <a:pt x="6306" y="19177"/>
                      <a:pt x="6462" y="19043"/>
                      <a:pt x="6625" y="18885"/>
                    </a:cubicBezTo>
                    <a:cubicBezTo>
                      <a:pt x="6879" y="18641"/>
                      <a:pt x="7154" y="18341"/>
                      <a:pt x="7154" y="18341"/>
                    </a:cubicBezTo>
                    <a:cubicBezTo>
                      <a:pt x="7154" y="18341"/>
                      <a:pt x="8728" y="18341"/>
                      <a:pt x="8916" y="18297"/>
                    </a:cubicBezTo>
                    <a:cubicBezTo>
                      <a:pt x="9105" y="18252"/>
                      <a:pt x="9879" y="17919"/>
                      <a:pt x="10466" y="17447"/>
                    </a:cubicBezTo>
                    <a:cubicBezTo>
                      <a:pt x="10679" y="17455"/>
                      <a:pt x="10878" y="17459"/>
                      <a:pt x="11063" y="17459"/>
                    </a:cubicBezTo>
                    <a:cubicBezTo>
                      <a:pt x="13430" y="17459"/>
                      <a:pt x="13597" y="16805"/>
                      <a:pt x="13597" y="16805"/>
                    </a:cubicBezTo>
                    <a:cubicBezTo>
                      <a:pt x="13597" y="16805"/>
                      <a:pt x="13603" y="16751"/>
                      <a:pt x="13612" y="16666"/>
                    </a:cubicBezTo>
                    <a:cubicBezTo>
                      <a:pt x="13641" y="16399"/>
                      <a:pt x="13699" y="15822"/>
                      <a:pt x="13706" y="15611"/>
                    </a:cubicBezTo>
                    <a:cubicBezTo>
                      <a:pt x="13712" y="15334"/>
                      <a:pt x="13303" y="14632"/>
                      <a:pt x="12394" y="13782"/>
                    </a:cubicBezTo>
                    <a:cubicBezTo>
                      <a:pt x="12464" y="12904"/>
                      <a:pt x="12345" y="11353"/>
                      <a:pt x="12177" y="9781"/>
                    </a:cubicBezTo>
                    <a:cubicBezTo>
                      <a:pt x="11966" y="7815"/>
                      <a:pt x="11678" y="5818"/>
                      <a:pt x="11590" y="5069"/>
                    </a:cubicBezTo>
                    <a:cubicBezTo>
                      <a:pt x="11429" y="3722"/>
                      <a:pt x="10567" y="1233"/>
                      <a:pt x="10293" y="456"/>
                    </a:cubicBezTo>
                    <a:cubicBezTo>
                      <a:pt x="9986" y="297"/>
                      <a:pt x="9602" y="201"/>
                      <a:pt x="9357" y="151"/>
                    </a:cubicBezTo>
                    <a:cubicBezTo>
                      <a:pt x="9214" y="122"/>
                      <a:pt x="9119" y="108"/>
                      <a:pt x="9119" y="108"/>
                    </a:cubicBezTo>
                    <a:cubicBezTo>
                      <a:pt x="8760" y="963"/>
                      <a:pt x="7732" y="1398"/>
                      <a:pt x="7732" y="1398"/>
                    </a:cubicBezTo>
                    <a:cubicBezTo>
                      <a:pt x="7732" y="1398"/>
                      <a:pt x="7433" y="1027"/>
                      <a:pt x="7177" y="539"/>
                    </a:cubicBezTo>
                    <a:cubicBezTo>
                      <a:pt x="7127" y="444"/>
                      <a:pt x="7079" y="346"/>
                      <a:pt x="7035" y="244"/>
                    </a:cubicBezTo>
                    <a:lnTo>
                      <a:pt x="7035" y="247"/>
                    </a:lnTo>
                    <a:cubicBezTo>
                      <a:pt x="7035" y="270"/>
                      <a:pt x="7038" y="395"/>
                      <a:pt x="7044" y="563"/>
                    </a:cubicBezTo>
                    <a:cubicBezTo>
                      <a:pt x="7055" y="836"/>
                      <a:pt x="7073" y="1219"/>
                      <a:pt x="7104" y="1473"/>
                    </a:cubicBezTo>
                    <a:cubicBezTo>
                      <a:pt x="7431" y="1768"/>
                      <a:pt x="7633" y="1944"/>
                      <a:pt x="7633" y="1944"/>
                    </a:cubicBezTo>
                    <a:cubicBezTo>
                      <a:pt x="7633" y="1944"/>
                      <a:pt x="7709" y="2997"/>
                      <a:pt x="7692" y="3646"/>
                    </a:cubicBezTo>
                    <a:cubicBezTo>
                      <a:pt x="7575" y="2897"/>
                      <a:pt x="6800" y="1641"/>
                      <a:pt x="6564" y="1281"/>
                    </a:cubicBezTo>
                    <a:lnTo>
                      <a:pt x="6833" y="935"/>
                    </a:lnTo>
                    <a:cubicBezTo>
                      <a:pt x="6833" y="935"/>
                      <a:pt x="6738" y="799"/>
                      <a:pt x="6610" y="643"/>
                    </a:cubicBezTo>
                    <a:cubicBezTo>
                      <a:pt x="6501" y="515"/>
                      <a:pt x="6372" y="371"/>
                      <a:pt x="6252" y="285"/>
                    </a:cubicBezTo>
                    <a:lnTo>
                      <a:pt x="6252" y="285"/>
                    </a:lnTo>
                    <a:cubicBezTo>
                      <a:pt x="6252" y="285"/>
                      <a:pt x="6268" y="420"/>
                      <a:pt x="6246" y="632"/>
                    </a:cubicBezTo>
                    <a:cubicBezTo>
                      <a:pt x="6234" y="745"/>
                      <a:pt x="6213" y="881"/>
                      <a:pt x="6170" y="1030"/>
                    </a:cubicBezTo>
                    <a:cubicBezTo>
                      <a:pt x="6170" y="1031"/>
                      <a:pt x="6170" y="1033"/>
                      <a:pt x="6168" y="1034"/>
                    </a:cubicBezTo>
                    <a:cubicBezTo>
                      <a:pt x="6165" y="1047"/>
                      <a:pt x="6162" y="1057"/>
                      <a:pt x="6159" y="1070"/>
                    </a:cubicBezTo>
                    <a:cubicBezTo>
                      <a:pt x="6156" y="1079"/>
                      <a:pt x="6153" y="1089"/>
                      <a:pt x="6150" y="1100"/>
                    </a:cubicBezTo>
                    <a:cubicBezTo>
                      <a:pt x="6131" y="1158"/>
                      <a:pt x="6110" y="1221"/>
                      <a:pt x="6084" y="1284"/>
                    </a:cubicBezTo>
                    <a:cubicBezTo>
                      <a:pt x="6079" y="1293"/>
                      <a:pt x="6076" y="1302"/>
                      <a:pt x="6072" y="1313"/>
                    </a:cubicBezTo>
                    <a:cubicBezTo>
                      <a:pt x="6070" y="1316"/>
                      <a:pt x="6069" y="1320"/>
                      <a:pt x="6067" y="1325"/>
                    </a:cubicBezTo>
                    <a:cubicBezTo>
                      <a:pt x="6064" y="1333"/>
                      <a:pt x="6061" y="1340"/>
                      <a:pt x="6058" y="1348"/>
                    </a:cubicBezTo>
                    <a:cubicBezTo>
                      <a:pt x="6054" y="1355"/>
                      <a:pt x="6049" y="1365"/>
                      <a:pt x="6046" y="1374"/>
                    </a:cubicBezTo>
                    <a:cubicBezTo>
                      <a:pt x="6040" y="1386"/>
                      <a:pt x="6034" y="1398"/>
                      <a:pt x="6029" y="1412"/>
                    </a:cubicBezTo>
                    <a:cubicBezTo>
                      <a:pt x="6023" y="1421"/>
                      <a:pt x="6018" y="1432"/>
                      <a:pt x="6014" y="1443"/>
                    </a:cubicBezTo>
                    <a:cubicBezTo>
                      <a:pt x="6006" y="1459"/>
                      <a:pt x="5997" y="1476"/>
                      <a:pt x="5989" y="1492"/>
                    </a:cubicBezTo>
                    <a:cubicBezTo>
                      <a:pt x="5983" y="1502"/>
                      <a:pt x="5979" y="1513"/>
                      <a:pt x="5972" y="1522"/>
                    </a:cubicBezTo>
                    <a:cubicBezTo>
                      <a:pt x="5965" y="1537"/>
                      <a:pt x="5957" y="1551"/>
                      <a:pt x="5950" y="1565"/>
                    </a:cubicBezTo>
                    <a:cubicBezTo>
                      <a:pt x="5942" y="1577"/>
                      <a:pt x="5936" y="1588"/>
                      <a:pt x="5930" y="1600"/>
                    </a:cubicBezTo>
                    <a:cubicBezTo>
                      <a:pt x="5930" y="1600"/>
                      <a:pt x="5928" y="1602"/>
                      <a:pt x="5928" y="1603"/>
                    </a:cubicBezTo>
                    <a:cubicBezTo>
                      <a:pt x="5922" y="1614"/>
                      <a:pt x="5914" y="1625"/>
                      <a:pt x="5908" y="1637"/>
                    </a:cubicBezTo>
                    <a:cubicBezTo>
                      <a:pt x="5899" y="1652"/>
                      <a:pt x="5890" y="1666"/>
                      <a:pt x="5879" y="1683"/>
                    </a:cubicBezTo>
                    <a:cubicBezTo>
                      <a:pt x="5873" y="1693"/>
                      <a:pt x="5865" y="1704"/>
                      <a:pt x="5858" y="1715"/>
                    </a:cubicBezTo>
                    <a:cubicBezTo>
                      <a:pt x="5084" y="1715"/>
                      <a:pt x="3393" y="719"/>
                      <a:pt x="302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9"/>
              <p:cNvSpPr/>
              <p:nvPr/>
            </p:nvSpPr>
            <p:spPr>
              <a:xfrm>
                <a:off x="6672556" y="1162253"/>
                <a:ext cx="300095" cy="345618"/>
              </a:xfrm>
              <a:custGeom>
                <a:rect b="b" l="l" r="r" t="t"/>
                <a:pathLst>
                  <a:path extrusionOk="0" h="7372" w="6401">
                    <a:moveTo>
                      <a:pt x="4529" y="0"/>
                    </a:moveTo>
                    <a:cubicBezTo>
                      <a:pt x="4343" y="0"/>
                      <a:pt x="4138" y="17"/>
                      <a:pt x="3912" y="54"/>
                    </a:cubicBezTo>
                    <a:cubicBezTo>
                      <a:pt x="888" y="547"/>
                      <a:pt x="3886" y="3032"/>
                      <a:pt x="1548" y="3140"/>
                    </a:cubicBezTo>
                    <a:cubicBezTo>
                      <a:pt x="1574" y="2988"/>
                      <a:pt x="1579" y="2818"/>
                      <a:pt x="1556" y="2644"/>
                    </a:cubicBezTo>
                    <a:cubicBezTo>
                      <a:pt x="1507" y="2277"/>
                      <a:pt x="1348" y="1968"/>
                      <a:pt x="1143" y="1786"/>
                    </a:cubicBezTo>
                    <a:cubicBezTo>
                      <a:pt x="1109" y="1755"/>
                      <a:pt x="1074" y="1729"/>
                      <a:pt x="1039" y="1706"/>
                    </a:cubicBezTo>
                    <a:cubicBezTo>
                      <a:pt x="942" y="1647"/>
                      <a:pt x="839" y="1613"/>
                      <a:pt x="734" y="1613"/>
                    </a:cubicBezTo>
                    <a:cubicBezTo>
                      <a:pt x="712" y="1613"/>
                      <a:pt x="690" y="1615"/>
                      <a:pt x="669" y="1618"/>
                    </a:cubicBezTo>
                    <a:cubicBezTo>
                      <a:pt x="262" y="1673"/>
                      <a:pt x="1" y="2218"/>
                      <a:pt x="83" y="2839"/>
                    </a:cubicBezTo>
                    <a:cubicBezTo>
                      <a:pt x="161" y="3427"/>
                      <a:pt x="522" y="3869"/>
                      <a:pt x="904" y="3869"/>
                    </a:cubicBezTo>
                    <a:cubicBezTo>
                      <a:pt x="925" y="3869"/>
                      <a:pt x="947" y="3868"/>
                      <a:pt x="969" y="3865"/>
                    </a:cubicBezTo>
                    <a:cubicBezTo>
                      <a:pt x="979" y="3864"/>
                      <a:pt x="988" y="3862"/>
                      <a:pt x="999" y="3859"/>
                    </a:cubicBezTo>
                    <a:cubicBezTo>
                      <a:pt x="1011" y="3984"/>
                      <a:pt x="1025" y="4116"/>
                      <a:pt x="1040" y="4247"/>
                    </a:cubicBezTo>
                    <a:cubicBezTo>
                      <a:pt x="1076" y="4539"/>
                      <a:pt x="1120" y="4831"/>
                      <a:pt x="1172" y="5058"/>
                    </a:cubicBezTo>
                    <a:cubicBezTo>
                      <a:pt x="1173" y="5065"/>
                      <a:pt x="1175" y="5073"/>
                      <a:pt x="1176" y="5079"/>
                    </a:cubicBezTo>
                    <a:cubicBezTo>
                      <a:pt x="1181" y="5096"/>
                      <a:pt x="1184" y="5113"/>
                      <a:pt x="1189" y="5128"/>
                    </a:cubicBezTo>
                    <a:cubicBezTo>
                      <a:pt x="1190" y="5134"/>
                      <a:pt x="1192" y="5140"/>
                      <a:pt x="1193" y="5145"/>
                    </a:cubicBezTo>
                    <a:cubicBezTo>
                      <a:pt x="1195" y="5151"/>
                      <a:pt x="1196" y="5155"/>
                      <a:pt x="1196" y="5160"/>
                    </a:cubicBezTo>
                    <a:cubicBezTo>
                      <a:pt x="1199" y="5168"/>
                      <a:pt x="1201" y="5174"/>
                      <a:pt x="1202" y="5180"/>
                    </a:cubicBezTo>
                    <a:cubicBezTo>
                      <a:pt x="1204" y="5188"/>
                      <a:pt x="1207" y="5195"/>
                      <a:pt x="1209" y="5203"/>
                    </a:cubicBezTo>
                    <a:cubicBezTo>
                      <a:pt x="1215" y="5224"/>
                      <a:pt x="1222" y="5246"/>
                      <a:pt x="1228" y="5266"/>
                    </a:cubicBezTo>
                    <a:cubicBezTo>
                      <a:pt x="1230" y="5272"/>
                      <a:pt x="1233" y="5278"/>
                      <a:pt x="1235" y="5285"/>
                    </a:cubicBezTo>
                    <a:cubicBezTo>
                      <a:pt x="1242" y="5304"/>
                      <a:pt x="1248" y="5322"/>
                      <a:pt x="1256" y="5337"/>
                    </a:cubicBezTo>
                    <a:cubicBezTo>
                      <a:pt x="1258" y="5343"/>
                      <a:pt x="1259" y="5348"/>
                      <a:pt x="1262" y="5353"/>
                    </a:cubicBezTo>
                    <a:cubicBezTo>
                      <a:pt x="1264" y="5357"/>
                      <a:pt x="1265" y="5360"/>
                      <a:pt x="1267" y="5365"/>
                    </a:cubicBezTo>
                    <a:cubicBezTo>
                      <a:pt x="1274" y="5374"/>
                      <a:pt x="1283" y="5388"/>
                      <a:pt x="1290" y="5397"/>
                    </a:cubicBezTo>
                    <a:cubicBezTo>
                      <a:pt x="2563" y="6749"/>
                      <a:pt x="3600" y="7267"/>
                      <a:pt x="4381" y="7357"/>
                    </a:cubicBezTo>
                    <a:cubicBezTo>
                      <a:pt x="4468" y="7367"/>
                      <a:pt x="4551" y="7372"/>
                      <a:pt x="4632" y="7372"/>
                    </a:cubicBezTo>
                    <a:cubicBezTo>
                      <a:pt x="5464" y="7372"/>
                      <a:pt x="5953" y="6868"/>
                      <a:pt x="6070" y="6475"/>
                    </a:cubicBezTo>
                    <a:cubicBezTo>
                      <a:pt x="6401" y="5272"/>
                      <a:pt x="6254" y="2055"/>
                      <a:pt x="6191" y="946"/>
                    </a:cubicBezTo>
                    <a:cubicBezTo>
                      <a:pt x="6188" y="898"/>
                      <a:pt x="6185" y="853"/>
                      <a:pt x="6182" y="813"/>
                    </a:cubicBezTo>
                    <a:cubicBezTo>
                      <a:pt x="6177" y="800"/>
                      <a:pt x="5834" y="0"/>
                      <a:pt x="4529"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9"/>
              <p:cNvSpPr/>
              <p:nvPr/>
            </p:nvSpPr>
            <p:spPr>
              <a:xfrm>
                <a:off x="6663461" y="2426814"/>
                <a:ext cx="661653" cy="1827339"/>
              </a:xfrm>
              <a:custGeom>
                <a:rect b="b" l="l" r="r" t="t"/>
                <a:pathLst>
                  <a:path extrusionOk="0" h="38977" w="14113">
                    <a:moveTo>
                      <a:pt x="7793" y="1"/>
                    </a:moveTo>
                    <a:cubicBezTo>
                      <a:pt x="7662" y="48"/>
                      <a:pt x="7529" y="97"/>
                      <a:pt x="7394" y="145"/>
                    </a:cubicBezTo>
                    <a:cubicBezTo>
                      <a:pt x="7367" y="154"/>
                      <a:pt x="7339" y="163"/>
                      <a:pt x="7312" y="172"/>
                    </a:cubicBezTo>
                    <a:cubicBezTo>
                      <a:pt x="7153" y="227"/>
                      <a:pt x="6992" y="282"/>
                      <a:pt x="6829" y="337"/>
                    </a:cubicBezTo>
                    <a:cubicBezTo>
                      <a:pt x="6809" y="343"/>
                      <a:pt x="6790" y="349"/>
                      <a:pt x="6770" y="356"/>
                    </a:cubicBezTo>
                    <a:cubicBezTo>
                      <a:pt x="6729" y="369"/>
                      <a:pt x="6686" y="383"/>
                      <a:pt x="6644" y="397"/>
                    </a:cubicBezTo>
                    <a:cubicBezTo>
                      <a:pt x="6587" y="415"/>
                      <a:pt x="6530" y="434"/>
                      <a:pt x="6474" y="452"/>
                    </a:cubicBezTo>
                    <a:cubicBezTo>
                      <a:pt x="4765" y="993"/>
                      <a:pt x="2844" y="1438"/>
                      <a:pt x="1176" y="1461"/>
                    </a:cubicBezTo>
                    <a:cubicBezTo>
                      <a:pt x="1175" y="1461"/>
                      <a:pt x="1174" y="1461"/>
                      <a:pt x="1174" y="1461"/>
                    </a:cubicBezTo>
                    <a:cubicBezTo>
                      <a:pt x="1126" y="1461"/>
                      <a:pt x="1089" y="1422"/>
                      <a:pt x="1089" y="1374"/>
                    </a:cubicBezTo>
                    <a:cubicBezTo>
                      <a:pt x="1052" y="1458"/>
                      <a:pt x="1016" y="1543"/>
                      <a:pt x="981" y="1631"/>
                    </a:cubicBezTo>
                    <a:cubicBezTo>
                      <a:pt x="435" y="2971"/>
                      <a:pt x="129" y="4607"/>
                      <a:pt x="62" y="6038"/>
                    </a:cubicBezTo>
                    <a:cubicBezTo>
                      <a:pt x="1" y="7361"/>
                      <a:pt x="143" y="8509"/>
                      <a:pt x="490" y="9095"/>
                    </a:cubicBezTo>
                    <a:cubicBezTo>
                      <a:pt x="1237" y="10356"/>
                      <a:pt x="2736" y="15098"/>
                      <a:pt x="3503" y="17453"/>
                    </a:cubicBezTo>
                    <a:cubicBezTo>
                      <a:pt x="3754" y="18384"/>
                      <a:pt x="4326" y="20391"/>
                      <a:pt x="5028" y="22822"/>
                    </a:cubicBezTo>
                    <a:cubicBezTo>
                      <a:pt x="5690" y="25117"/>
                      <a:pt x="6468" y="27791"/>
                      <a:pt x="7197" y="30292"/>
                    </a:cubicBezTo>
                    <a:cubicBezTo>
                      <a:pt x="8544" y="34909"/>
                      <a:pt x="9729" y="38944"/>
                      <a:pt x="9729" y="38944"/>
                    </a:cubicBezTo>
                    <a:cubicBezTo>
                      <a:pt x="9729" y="38944"/>
                      <a:pt x="9905" y="38955"/>
                      <a:pt x="10186" y="38962"/>
                    </a:cubicBezTo>
                    <a:cubicBezTo>
                      <a:pt x="10412" y="38970"/>
                      <a:pt x="10709" y="38976"/>
                      <a:pt x="11035" y="38976"/>
                    </a:cubicBezTo>
                    <a:cubicBezTo>
                      <a:pt x="11054" y="38976"/>
                      <a:pt x="11074" y="38976"/>
                      <a:pt x="11093" y="38976"/>
                    </a:cubicBezTo>
                    <a:cubicBezTo>
                      <a:pt x="11721" y="38976"/>
                      <a:pt x="12455" y="38952"/>
                      <a:pt x="13042" y="38869"/>
                    </a:cubicBezTo>
                    <a:cubicBezTo>
                      <a:pt x="13620" y="38788"/>
                      <a:pt x="14057" y="38648"/>
                      <a:pt x="14112" y="38414"/>
                    </a:cubicBezTo>
                    <a:cubicBezTo>
                      <a:pt x="13643" y="36426"/>
                      <a:pt x="12149" y="30071"/>
                      <a:pt x="12149" y="30071"/>
                    </a:cubicBezTo>
                    <a:cubicBezTo>
                      <a:pt x="12149" y="30071"/>
                      <a:pt x="12037" y="27725"/>
                      <a:pt x="11654" y="25171"/>
                    </a:cubicBezTo>
                    <a:cubicBezTo>
                      <a:pt x="11599" y="24804"/>
                      <a:pt x="11538" y="24432"/>
                      <a:pt x="11470" y="24062"/>
                    </a:cubicBezTo>
                    <a:cubicBezTo>
                      <a:pt x="11337" y="23325"/>
                      <a:pt x="11114" y="21902"/>
                      <a:pt x="10856" y="20180"/>
                    </a:cubicBezTo>
                    <a:cubicBezTo>
                      <a:pt x="10261" y="16221"/>
                      <a:pt x="9475" y="10688"/>
                      <a:pt x="9143" y="8339"/>
                    </a:cubicBezTo>
                    <a:cubicBezTo>
                      <a:pt x="9044" y="7631"/>
                      <a:pt x="8984" y="7211"/>
                      <a:pt x="8984" y="7211"/>
                    </a:cubicBezTo>
                    <a:cubicBezTo>
                      <a:pt x="8984" y="7211"/>
                      <a:pt x="9276" y="5817"/>
                      <a:pt x="9414" y="4964"/>
                    </a:cubicBezTo>
                    <a:cubicBezTo>
                      <a:pt x="9454" y="4714"/>
                      <a:pt x="9448" y="4462"/>
                      <a:pt x="9399" y="4216"/>
                    </a:cubicBezTo>
                    <a:cubicBezTo>
                      <a:pt x="9071" y="2595"/>
                      <a:pt x="8272" y="901"/>
                      <a:pt x="7903" y="204"/>
                    </a:cubicBezTo>
                    <a:cubicBezTo>
                      <a:pt x="7861" y="122"/>
                      <a:pt x="7822" y="53"/>
                      <a:pt x="779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9"/>
              <p:cNvSpPr/>
              <p:nvPr/>
            </p:nvSpPr>
            <p:spPr>
              <a:xfrm>
                <a:off x="6663836" y="2621564"/>
                <a:ext cx="516973" cy="1632589"/>
              </a:xfrm>
              <a:custGeom>
                <a:rect b="b" l="l" r="r" t="t"/>
                <a:pathLst>
                  <a:path extrusionOk="0" h="34823" w="11027">
                    <a:moveTo>
                      <a:pt x="3159" y="1"/>
                    </a:moveTo>
                    <a:cubicBezTo>
                      <a:pt x="2026" y="1274"/>
                      <a:pt x="849" y="1571"/>
                      <a:pt x="63" y="1728"/>
                    </a:cubicBezTo>
                    <a:cubicBezTo>
                      <a:pt x="0" y="3049"/>
                      <a:pt x="135" y="4355"/>
                      <a:pt x="482" y="4941"/>
                    </a:cubicBezTo>
                    <a:cubicBezTo>
                      <a:pt x="1229" y="6202"/>
                      <a:pt x="2728" y="10944"/>
                      <a:pt x="3495" y="13299"/>
                    </a:cubicBezTo>
                    <a:cubicBezTo>
                      <a:pt x="3746" y="14230"/>
                      <a:pt x="4318" y="16237"/>
                      <a:pt x="5020" y="18668"/>
                    </a:cubicBezTo>
                    <a:cubicBezTo>
                      <a:pt x="5682" y="20963"/>
                      <a:pt x="6460" y="23637"/>
                      <a:pt x="7189" y="26138"/>
                    </a:cubicBezTo>
                    <a:cubicBezTo>
                      <a:pt x="8536" y="30755"/>
                      <a:pt x="9721" y="34790"/>
                      <a:pt x="9721" y="34790"/>
                    </a:cubicBezTo>
                    <a:cubicBezTo>
                      <a:pt x="9721" y="34790"/>
                      <a:pt x="9897" y="34801"/>
                      <a:pt x="10178" y="34808"/>
                    </a:cubicBezTo>
                    <a:cubicBezTo>
                      <a:pt x="10404" y="34816"/>
                      <a:pt x="10701" y="34822"/>
                      <a:pt x="11027" y="34822"/>
                    </a:cubicBezTo>
                    <a:cubicBezTo>
                      <a:pt x="10149" y="28643"/>
                      <a:pt x="2257" y="6401"/>
                      <a:pt x="763" y="3320"/>
                    </a:cubicBezTo>
                    <a:cubicBezTo>
                      <a:pt x="2047" y="2479"/>
                      <a:pt x="3419" y="421"/>
                      <a:pt x="3419" y="421"/>
                    </a:cubicBezTo>
                    <a:lnTo>
                      <a:pt x="3159" y="1"/>
                    </a:lnTo>
                    <a:close/>
                  </a:path>
                </a:pathLst>
              </a:custGeom>
              <a:solidFill>
                <a:srgbClr val="33374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9"/>
              <p:cNvSpPr/>
              <p:nvPr/>
            </p:nvSpPr>
            <p:spPr>
              <a:xfrm>
                <a:off x="6702608" y="1247626"/>
                <a:ext cx="39944" cy="86264"/>
              </a:xfrm>
              <a:custGeom>
                <a:rect b="b" l="l" r="r" t="t"/>
                <a:pathLst>
                  <a:path extrusionOk="0" h="1840" w="852">
                    <a:moveTo>
                      <a:pt x="113" y="1"/>
                    </a:moveTo>
                    <a:cubicBezTo>
                      <a:pt x="94" y="1"/>
                      <a:pt x="75" y="2"/>
                      <a:pt x="57" y="5"/>
                    </a:cubicBezTo>
                    <a:cubicBezTo>
                      <a:pt x="45" y="6"/>
                      <a:pt x="32" y="8"/>
                      <a:pt x="20" y="11"/>
                    </a:cubicBezTo>
                    <a:cubicBezTo>
                      <a:pt x="8" y="14"/>
                      <a:pt x="0" y="26"/>
                      <a:pt x="2" y="38"/>
                    </a:cubicBezTo>
                    <a:cubicBezTo>
                      <a:pt x="5" y="50"/>
                      <a:pt x="14" y="57"/>
                      <a:pt x="25" y="57"/>
                    </a:cubicBezTo>
                    <a:cubicBezTo>
                      <a:pt x="27" y="57"/>
                      <a:pt x="29" y="57"/>
                      <a:pt x="31" y="57"/>
                    </a:cubicBezTo>
                    <a:cubicBezTo>
                      <a:pt x="42" y="53"/>
                      <a:pt x="52" y="52"/>
                      <a:pt x="63" y="50"/>
                    </a:cubicBezTo>
                    <a:cubicBezTo>
                      <a:pt x="79" y="48"/>
                      <a:pt x="95" y="47"/>
                      <a:pt x="111" y="47"/>
                    </a:cubicBezTo>
                    <a:cubicBezTo>
                      <a:pt x="217" y="47"/>
                      <a:pt x="324" y="91"/>
                      <a:pt x="421" y="179"/>
                    </a:cubicBezTo>
                    <a:cubicBezTo>
                      <a:pt x="587" y="326"/>
                      <a:pt x="704" y="569"/>
                      <a:pt x="740" y="845"/>
                    </a:cubicBezTo>
                    <a:cubicBezTo>
                      <a:pt x="803" y="1315"/>
                      <a:pt x="617" y="1729"/>
                      <a:pt x="317" y="1787"/>
                    </a:cubicBezTo>
                    <a:cubicBezTo>
                      <a:pt x="309" y="1789"/>
                      <a:pt x="302" y="1790"/>
                      <a:pt x="294" y="1790"/>
                    </a:cubicBezTo>
                    <a:cubicBezTo>
                      <a:pt x="288" y="1792"/>
                      <a:pt x="280" y="1792"/>
                      <a:pt x="273" y="1793"/>
                    </a:cubicBezTo>
                    <a:cubicBezTo>
                      <a:pt x="260" y="1793"/>
                      <a:pt x="250" y="1806"/>
                      <a:pt x="251" y="1818"/>
                    </a:cubicBezTo>
                    <a:cubicBezTo>
                      <a:pt x="253" y="1830"/>
                      <a:pt x="262" y="1839"/>
                      <a:pt x="274" y="1839"/>
                    </a:cubicBezTo>
                    <a:lnTo>
                      <a:pt x="276" y="1839"/>
                    </a:lnTo>
                    <a:cubicBezTo>
                      <a:pt x="285" y="1839"/>
                      <a:pt x="292" y="1838"/>
                      <a:pt x="302" y="1836"/>
                    </a:cubicBezTo>
                    <a:cubicBezTo>
                      <a:pt x="309" y="1836"/>
                      <a:pt x="317" y="1835"/>
                      <a:pt x="326" y="1833"/>
                    </a:cubicBezTo>
                    <a:cubicBezTo>
                      <a:pt x="650" y="1769"/>
                      <a:pt x="852" y="1333"/>
                      <a:pt x="788" y="839"/>
                    </a:cubicBezTo>
                    <a:cubicBezTo>
                      <a:pt x="750" y="552"/>
                      <a:pt x="627" y="298"/>
                      <a:pt x="451" y="144"/>
                    </a:cubicBezTo>
                    <a:cubicBezTo>
                      <a:pt x="346" y="50"/>
                      <a:pt x="229" y="1"/>
                      <a:pt x="11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9"/>
              <p:cNvSpPr/>
              <p:nvPr/>
            </p:nvSpPr>
            <p:spPr>
              <a:xfrm>
                <a:off x="6697732" y="1285366"/>
                <a:ext cx="42569" cy="14159"/>
              </a:xfrm>
              <a:custGeom>
                <a:rect b="b" l="l" r="r" t="t"/>
                <a:pathLst>
                  <a:path extrusionOk="0" h="302" w="908">
                    <a:moveTo>
                      <a:pt x="625" y="0"/>
                    </a:moveTo>
                    <a:cubicBezTo>
                      <a:pt x="578" y="0"/>
                      <a:pt x="532" y="20"/>
                      <a:pt x="490" y="59"/>
                    </a:cubicBezTo>
                    <a:cubicBezTo>
                      <a:pt x="453" y="91"/>
                      <a:pt x="422" y="120"/>
                      <a:pt x="395" y="146"/>
                    </a:cubicBezTo>
                    <a:cubicBezTo>
                      <a:pt x="324" y="215"/>
                      <a:pt x="282" y="256"/>
                      <a:pt x="218" y="256"/>
                    </a:cubicBezTo>
                    <a:cubicBezTo>
                      <a:pt x="174" y="256"/>
                      <a:pt x="119" y="237"/>
                      <a:pt x="37" y="193"/>
                    </a:cubicBezTo>
                    <a:cubicBezTo>
                      <a:pt x="34" y="191"/>
                      <a:pt x="30" y="191"/>
                      <a:pt x="27" y="191"/>
                    </a:cubicBezTo>
                    <a:cubicBezTo>
                      <a:pt x="19" y="191"/>
                      <a:pt x="11" y="195"/>
                      <a:pt x="7" y="203"/>
                    </a:cubicBezTo>
                    <a:cubicBezTo>
                      <a:pt x="0" y="215"/>
                      <a:pt x="5" y="228"/>
                      <a:pt x="16" y="235"/>
                    </a:cubicBezTo>
                    <a:cubicBezTo>
                      <a:pt x="106" y="282"/>
                      <a:pt x="169" y="302"/>
                      <a:pt x="221" y="302"/>
                    </a:cubicBezTo>
                    <a:cubicBezTo>
                      <a:pt x="300" y="302"/>
                      <a:pt x="352" y="253"/>
                      <a:pt x="428" y="180"/>
                    </a:cubicBezTo>
                    <a:cubicBezTo>
                      <a:pt x="454" y="154"/>
                      <a:pt x="484" y="125"/>
                      <a:pt x="520" y="94"/>
                    </a:cubicBezTo>
                    <a:cubicBezTo>
                      <a:pt x="555" y="63"/>
                      <a:pt x="590" y="47"/>
                      <a:pt x="626" y="47"/>
                    </a:cubicBezTo>
                    <a:cubicBezTo>
                      <a:pt x="635" y="47"/>
                      <a:pt x="643" y="48"/>
                      <a:pt x="652" y="50"/>
                    </a:cubicBezTo>
                    <a:cubicBezTo>
                      <a:pt x="769" y="73"/>
                      <a:pt x="858" y="248"/>
                      <a:pt x="860" y="251"/>
                    </a:cubicBezTo>
                    <a:cubicBezTo>
                      <a:pt x="863" y="259"/>
                      <a:pt x="870" y="263"/>
                      <a:pt x="879" y="263"/>
                    </a:cubicBezTo>
                    <a:cubicBezTo>
                      <a:pt x="883" y="263"/>
                      <a:pt x="886" y="262"/>
                      <a:pt x="890" y="261"/>
                    </a:cubicBezTo>
                    <a:cubicBezTo>
                      <a:pt x="901" y="256"/>
                      <a:pt x="907" y="242"/>
                      <a:pt x="901" y="230"/>
                    </a:cubicBezTo>
                    <a:cubicBezTo>
                      <a:pt x="896" y="222"/>
                      <a:pt x="802" y="31"/>
                      <a:pt x="661" y="4"/>
                    </a:cubicBezTo>
                    <a:cubicBezTo>
                      <a:pt x="649" y="1"/>
                      <a:pt x="637" y="0"/>
                      <a:pt x="625"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9"/>
              <p:cNvSpPr/>
              <p:nvPr/>
            </p:nvSpPr>
            <p:spPr>
              <a:xfrm>
                <a:off x="6611703" y="1021418"/>
                <a:ext cx="318801" cy="399251"/>
              </a:xfrm>
              <a:custGeom>
                <a:rect b="b" l="l" r="r" t="t"/>
                <a:pathLst>
                  <a:path extrusionOk="0" h="8516" w="6800">
                    <a:moveTo>
                      <a:pt x="4139" y="0"/>
                    </a:moveTo>
                    <a:cubicBezTo>
                      <a:pt x="3172" y="0"/>
                      <a:pt x="2134" y="325"/>
                      <a:pt x="1351" y="1137"/>
                    </a:cubicBezTo>
                    <a:cubicBezTo>
                      <a:pt x="1209" y="1284"/>
                      <a:pt x="1074" y="1446"/>
                      <a:pt x="952" y="1625"/>
                    </a:cubicBezTo>
                    <a:cubicBezTo>
                      <a:pt x="759" y="1905"/>
                      <a:pt x="591" y="2226"/>
                      <a:pt x="456" y="2590"/>
                    </a:cubicBezTo>
                    <a:cubicBezTo>
                      <a:pt x="227" y="3214"/>
                      <a:pt x="100" y="3813"/>
                      <a:pt x="71" y="4363"/>
                    </a:cubicBezTo>
                    <a:cubicBezTo>
                      <a:pt x="1" y="5744"/>
                      <a:pt x="559" y="6825"/>
                      <a:pt x="1735" y="7251"/>
                    </a:cubicBezTo>
                    <a:cubicBezTo>
                      <a:pt x="1360" y="8078"/>
                      <a:pt x="1945" y="8516"/>
                      <a:pt x="2337" y="8516"/>
                    </a:cubicBezTo>
                    <a:cubicBezTo>
                      <a:pt x="2341" y="8516"/>
                      <a:pt x="2346" y="8516"/>
                      <a:pt x="2351" y="8516"/>
                    </a:cubicBezTo>
                    <a:cubicBezTo>
                      <a:pt x="2352" y="8494"/>
                      <a:pt x="2352" y="8474"/>
                      <a:pt x="2352" y="8453"/>
                    </a:cubicBezTo>
                    <a:cubicBezTo>
                      <a:pt x="2352" y="8436"/>
                      <a:pt x="2352" y="8418"/>
                      <a:pt x="2354" y="8401"/>
                    </a:cubicBezTo>
                    <a:cubicBezTo>
                      <a:pt x="2354" y="8384"/>
                      <a:pt x="2354" y="8366"/>
                      <a:pt x="2354" y="8349"/>
                    </a:cubicBezTo>
                    <a:cubicBezTo>
                      <a:pt x="2355" y="8314"/>
                      <a:pt x="2355" y="8280"/>
                      <a:pt x="2355" y="8245"/>
                    </a:cubicBezTo>
                    <a:cubicBezTo>
                      <a:pt x="2357" y="8228"/>
                      <a:pt x="2357" y="8211"/>
                      <a:pt x="2357" y="8195"/>
                    </a:cubicBezTo>
                    <a:cubicBezTo>
                      <a:pt x="2357" y="8159"/>
                      <a:pt x="2357" y="8126"/>
                      <a:pt x="2357" y="8092"/>
                    </a:cubicBezTo>
                    <a:cubicBezTo>
                      <a:pt x="2358" y="7958"/>
                      <a:pt x="2358" y="7828"/>
                      <a:pt x="2357" y="7705"/>
                    </a:cubicBezTo>
                    <a:lnTo>
                      <a:pt x="2357" y="7704"/>
                    </a:lnTo>
                    <a:cubicBezTo>
                      <a:pt x="2355" y="7658"/>
                      <a:pt x="2355" y="7614"/>
                      <a:pt x="2354" y="7571"/>
                    </a:cubicBezTo>
                    <a:cubicBezTo>
                      <a:pt x="2354" y="7556"/>
                      <a:pt x="2352" y="7540"/>
                      <a:pt x="2352" y="7525"/>
                    </a:cubicBezTo>
                    <a:cubicBezTo>
                      <a:pt x="2352" y="7497"/>
                      <a:pt x="2351" y="7471"/>
                      <a:pt x="2349" y="7445"/>
                    </a:cubicBezTo>
                    <a:cubicBezTo>
                      <a:pt x="2348" y="7377"/>
                      <a:pt x="2343" y="7311"/>
                      <a:pt x="2340" y="7251"/>
                    </a:cubicBezTo>
                    <a:cubicBezTo>
                      <a:pt x="2323" y="7120"/>
                      <a:pt x="2309" y="6988"/>
                      <a:pt x="2297" y="6863"/>
                    </a:cubicBezTo>
                    <a:cubicBezTo>
                      <a:pt x="2288" y="6866"/>
                      <a:pt x="2277" y="6868"/>
                      <a:pt x="2268" y="6869"/>
                    </a:cubicBezTo>
                    <a:cubicBezTo>
                      <a:pt x="2246" y="6872"/>
                      <a:pt x="2225" y="6873"/>
                      <a:pt x="2203" y="6873"/>
                    </a:cubicBezTo>
                    <a:cubicBezTo>
                      <a:pt x="1820" y="6873"/>
                      <a:pt x="1459" y="6431"/>
                      <a:pt x="1381" y="5843"/>
                    </a:cubicBezTo>
                    <a:cubicBezTo>
                      <a:pt x="1299" y="5224"/>
                      <a:pt x="1562" y="4677"/>
                      <a:pt x="1968" y="4622"/>
                    </a:cubicBezTo>
                    <a:cubicBezTo>
                      <a:pt x="1990" y="4619"/>
                      <a:pt x="2011" y="4618"/>
                      <a:pt x="2032" y="4618"/>
                    </a:cubicBezTo>
                    <a:cubicBezTo>
                      <a:pt x="2177" y="4618"/>
                      <a:pt x="2318" y="4680"/>
                      <a:pt x="2442" y="4790"/>
                    </a:cubicBezTo>
                    <a:cubicBezTo>
                      <a:pt x="2647" y="4972"/>
                      <a:pt x="2805" y="5281"/>
                      <a:pt x="2854" y="5648"/>
                    </a:cubicBezTo>
                    <a:cubicBezTo>
                      <a:pt x="2877" y="5822"/>
                      <a:pt x="2874" y="5992"/>
                      <a:pt x="2846" y="6144"/>
                    </a:cubicBezTo>
                    <a:cubicBezTo>
                      <a:pt x="4075" y="5796"/>
                      <a:pt x="3112" y="4571"/>
                      <a:pt x="3204" y="4016"/>
                    </a:cubicBezTo>
                    <a:cubicBezTo>
                      <a:pt x="3714" y="1825"/>
                      <a:pt x="4918" y="1234"/>
                      <a:pt x="5795" y="1111"/>
                    </a:cubicBezTo>
                    <a:cubicBezTo>
                      <a:pt x="5890" y="1098"/>
                      <a:pt x="5984" y="1091"/>
                      <a:pt x="6078" y="1091"/>
                    </a:cubicBezTo>
                    <a:cubicBezTo>
                      <a:pt x="6178" y="1091"/>
                      <a:pt x="6276" y="1099"/>
                      <a:pt x="6373" y="1113"/>
                    </a:cubicBezTo>
                    <a:cubicBezTo>
                      <a:pt x="6520" y="1134"/>
                      <a:pt x="6664" y="1173"/>
                      <a:pt x="6800" y="1225"/>
                    </a:cubicBezTo>
                    <a:cubicBezTo>
                      <a:pt x="6458" y="515"/>
                      <a:pt x="5355" y="0"/>
                      <a:pt x="4139" y="0"/>
                    </a:cubicBezTo>
                    <a:close/>
                  </a:path>
                </a:pathLst>
              </a:custGeom>
              <a:solidFill>
                <a:srgbClr val="9955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9"/>
              <p:cNvSpPr/>
              <p:nvPr/>
            </p:nvSpPr>
            <p:spPr>
              <a:xfrm>
                <a:off x="6668712" y="1494368"/>
                <a:ext cx="152368" cy="141257"/>
              </a:xfrm>
              <a:custGeom>
                <a:rect b="b" l="l" r="r" t="t"/>
                <a:pathLst>
                  <a:path extrusionOk="0" h="3013" w="3250">
                    <a:moveTo>
                      <a:pt x="519" y="1"/>
                    </a:moveTo>
                    <a:cubicBezTo>
                      <a:pt x="519" y="1"/>
                      <a:pt x="277" y="596"/>
                      <a:pt x="0" y="1299"/>
                    </a:cubicBezTo>
                    <a:cubicBezTo>
                      <a:pt x="373" y="2017"/>
                      <a:pt x="2066" y="3013"/>
                      <a:pt x="2839" y="3013"/>
                    </a:cubicBezTo>
                    <a:cubicBezTo>
                      <a:pt x="3107" y="2605"/>
                      <a:pt x="3199" y="2202"/>
                      <a:pt x="3228" y="1930"/>
                    </a:cubicBezTo>
                    <a:cubicBezTo>
                      <a:pt x="3249" y="1718"/>
                      <a:pt x="3234" y="1583"/>
                      <a:pt x="3234" y="1583"/>
                    </a:cubicBezTo>
                    <a:cubicBezTo>
                      <a:pt x="2576" y="1502"/>
                      <a:pt x="2060" y="1307"/>
                      <a:pt x="1662" y="1079"/>
                    </a:cubicBezTo>
                    <a:cubicBezTo>
                      <a:pt x="1408" y="935"/>
                      <a:pt x="1203" y="778"/>
                      <a:pt x="1040" y="629"/>
                    </a:cubicBezTo>
                    <a:cubicBezTo>
                      <a:pt x="671" y="293"/>
                      <a:pt x="519" y="1"/>
                      <a:pt x="51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9"/>
              <p:cNvSpPr/>
              <p:nvPr/>
            </p:nvSpPr>
            <p:spPr>
              <a:xfrm>
                <a:off x="6856945" y="1515043"/>
                <a:ext cx="99578" cy="105767"/>
              </a:xfrm>
              <a:custGeom>
                <a:rect b="b" l="l" r="r" t="t"/>
                <a:pathLst>
                  <a:path extrusionOk="0" h="2256" w="2124">
                    <a:moveTo>
                      <a:pt x="1306" y="0"/>
                    </a:moveTo>
                    <a:cubicBezTo>
                      <a:pt x="1306" y="0"/>
                      <a:pt x="1134" y="291"/>
                      <a:pt x="820" y="586"/>
                    </a:cubicBezTo>
                    <a:cubicBezTo>
                      <a:pt x="755" y="645"/>
                      <a:pt x="687" y="705"/>
                      <a:pt x="610" y="763"/>
                    </a:cubicBezTo>
                    <a:cubicBezTo>
                      <a:pt x="436" y="896"/>
                      <a:pt x="232" y="1018"/>
                      <a:pt x="0" y="1101"/>
                    </a:cubicBezTo>
                    <a:cubicBezTo>
                      <a:pt x="44" y="1203"/>
                      <a:pt x="92" y="1303"/>
                      <a:pt x="142" y="1398"/>
                    </a:cubicBezTo>
                    <a:cubicBezTo>
                      <a:pt x="399" y="1885"/>
                      <a:pt x="697" y="2255"/>
                      <a:pt x="697" y="2255"/>
                    </a:cubicBezTo>
                    <a:cubicBezTo>
                      <a:pt x="697" y="2255"/>
                      <a:pt x="1725" y="1820"/>
                      <a:pt x="2085" y="965"/>
                    </a:cubicBezTo>
                    <a:cubicBezTo>
                      <a:pt x="2099" y="933"/>
                      <a:pt x="2111" y="901"/>
                      <a:pt x="2124" y="867"/>
                    </a:cubicBezTo>
                    <a:cubicBezTo>
                      <a:pt x="1769" y="451"/>
                      <a:pt x="1306" y="0"/>
                      <a:pt x="13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9"/>
              <p:cNvSpPr/>
              <p:nvPr/>
            </p:nvSpPr>
            <p:spPr>
              <a:xfrm>
                <a:off x="6717423" y="1361363"/>
                <a:ext cx="177966" cy="364793"/>
              </a:xfrm>
              <a:custGeom>
                <a:rect b="b" l="l" r="r" t="t"/>
                <a:pathLst>
                  <a:path extrusionOk="0" h="7781" w="3796">
                    <a:moveTo>
                      <a:pt x="85" y="0"/>
                    </a:moveTo>
                    <a:cubicBezTo>
                      <a:pt x="106" y="321"/>
                      <a:pt x="106" y="783"/>
                      <a:pt x="96" y="1265"/>
                    </a:cubicBezTo>
                    <a:cubicBezTo>
                      <a:pt x="94" y="1349"/>
                      <a:pt x="93" y="1434"/>
                      <a:pt x="90" y="1520"/>
                    </a:cubicBezTo>
                    <a:cubicBezTo>
                      <a:pt x="76" y="2008"/>
                      <a:pt x="54" y="2494"/>
                      <a:pt x="34" y="2858"/>
                    </a:cubicBezTo>
                    <a:cubicBezTo>
                      <a:pt x="16" y="3223"/>
                      <a:pt x="1" y="3466"/>
                      <a:pt x="1" y="3466"/>
                    </a:cubicBezTo>
                    <a:cubicBezTo>
                      <a:pt x="164" y="3615"/>
                      <a:pt x="369" y="3772"/>
                      <a:pt x="622" y="3916"/>
                    </a:cubicBezTo>
                    <a:cubicBezTo>
                      <a:pt x="1021" y="4144"/>
                      <a:pt x="1537" y="4339"/>
                      <a:pt x="2193" y="4420"/>
                    </a:cubicBezTo>
                    <a:cubicBezTo>
                      <a:pt x="2313" y="4506"/>
                      <a:pt x="2444" y="4650"/>
                      <a:pt x="2551" y="4778"/>
                    </a:cubicBezTo>
                    <a:cubicBezTo>
                      <a:pt x="2679" y="4934"/>
                      <a:pt x="2776" y="5070"/>
                      <a:pt x="2776" y="5070"/>
                    </a:cubicBezTo>
                    <a:lnTo>
                      <a:pt x="2507" y="5416"/>
                    </a:lnTo>
                    <a:cubicBezTo>
                      <a:pt x="2742" y="5776"/>
                      <a:pt x="3516" y="7032"/>
                      <a:pt x="3633" y="7781"/>
                    </a:cubicBezTo>
                    <a:cubicBezTo>
                      <a:pt x="3650" y="7132"/>
                      <a:pt x="3575" y="6081"/>
                      <a:pt x="3575" y="6081"/>
                    </a:cubicBezTo>
                    <a:cubicBezTo>
                      <a:pt x="3575" y="6081"/>
                      <a:pt x="3374" y="5903"/>
                      <a:pt x="3045" y="5608"/>
                    </a:cubicBezTo>
                    <a:cubicBezTo>
                      <a:pt x="3014" y="5354"/>
                      <a:pt x="2996" y="4971"/>
                      <a:pt x="2987" y="4698"/>
                    </a:cubicBezTo>
                    <a:cubicBezTo>
                      <a:pt x="2979" y="4512"/>
                      <a:pt x="2976" y="4379"/>
                      <a:pt x="2976" y="4379"/>
                    </a:cubicBezTo>
                    <a:cubicBezTo>
                      <a:pt x="3208" y="4296"/>
                      <a:pt x="3412" y="4174"/>
                      <a:pt x="3586" y="4041"/>
                    </a:cubicBezTo>
                    <a:cubicBezTo>
                      <a:pt x="3663" y="3983"/>
                      <a:pt x="3731" y="3923"/>
                      <a:pt x="3796" y="3864"/>
                    </a:cubicBezTo>
                    <a:cubicBezTo>
                      <a:pt x="3710" y="3829"/>
                      <a:pt x="3615" y="3784"/>
                      <a:pt x="3517" y="3728"/>
                    </a:cubicBezTo>
                    <a:cubicBezTo>
                      <a:pt x="3487" y="3595"/>
                      <a:pt x="3464" y="3442"/>
                      <a:pt x="3444" y="3283"/>
                    </a:cubicBezTo>
                    <a:cubicBezTo>
                      <a:pt x="3439" y="3249"/>
                      <a:pt x="3436" y="3215"/>
                      <a:pt x="3432" y="3183"/>
                    </a:cubicBezTo>
                    <a:cubicBezTo>
                      <a:pt x="3430" y="3159"/>
                      <a:pt x="3427" y="3134"/>
                      <a:pt x="3424" y="3110"/>
                    </a:cubicBezTo>
                    <a:cubicBezTo>
                      <a:pt x="2643" y="3020"/>
                      <a:pt x="1603" y="2500"/>
                      <a:pt x="330" y="1147"/>
                    </a:cubicBezTo>
                    <a:cubicBezTo>
                      <a:pt x="323" y="1139"/>
                      <a:pt x="319" y="1133"/>
                      <a:pt x="314" y="1126"/>
                    </a:cubicBezTo>
                    <a:cubicBezTo>
                      <a:pt x="279" y="1051"/>
                      <a:pt x="245" y="942"/>
                      <a:pt x="215" y="812"/>
                    </a:cubicBezTo>
                    <a:cubicBezTo>
                      <a:pt x="163" y="586"/>
                      <a:pt x="120" y="292"/>
                      <a:pt x="85" y="0"/>
                    </a:cubicBezTo>
                    <a:close/>
                  </a:path>
                </a:pathLst>
              </a:custGeom>
              <a:solidFill>
                <a:srgbClr val="F4A6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9"/>
              <p:cNvSpPr/>
              <p:nvPr/>
            </p:nvSpPr>
            <p:spPr>
              <a:xfrm>
                <a:off x="6878276" y="1510261"/>
                <a:ext cx="39897" cy="32255"/>
              </a:xfrm>
              <a:custGeom>
                <a:rect b="b" l="l" r="r" t="t"/>
                <a:pathLst>
                  <a:path extrusionOk="0" h="688" w="851">
                    <a:moveTo>
                      <a:pt x="203" y="0"/>
                    </a:moveTo>
                    <a:cubicBezTo>
                      <a:pt x="141" y="0"/>
                      <a:pt x="74" y="2"/>
                      <a:pt x="1" y="6"/>
                    </a:cubicBezTo>
                    <a:lnTo>
                      <a:pt x="1" y="7"/>
                    </a:lnTo>
                    <a:cubicBezTo>
                      <a:pt x="22" y="202"/>
                      <a:pt x="50" y="390"/>
                      <a:pt x="86" y="552"/>
                    </a:cubicBezTo>
                    <a:cubicBezTo>
                      <a:pt x="184" y="608"/>
                      <a:pt x="279" y="653"/>
                      <a:pt x="365" y="688"/>
                    </a:cubicBezTo>
                    <a:cubicBezTo>
                      <a:pt x="679" y="391"/>
                      <a:pt x="851" y="102"/>
                      <a:pt x="851" y="102"/>
                    </a:cubicBezTo>
                    <a:cubicBezTo>
                      <a:pt x="851" y="102"/>
                      <a:pt x="683" y="0"/>
                      <a:pt x="203" y="0"/>
                    </a:cubicBezTo>
                    <a:close/>
                  </a:path>
                </a:pathLst>
              </a:custGeom>
              <a:solidFill>
                <a:srgbClr val="BC7A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9"/>
              <p:cNvSpPr/>
              <p:nvPr/>
            </p:nvSpPr>
            <p:spPr>
              <a:xfrm>
                <a:off x="6692997" y="1494228"/>
                <a:ext cx="26114" cy="29677"/>
              </a:xfrm>
              <a:custGeom>
                <a:rect b="b" l="l" r="r" t="t"/>
                <a:pathLst>
                  <a:path extrusionOk="0" h="633" w="557">
                    <a:moveTo>
                      <a:pt x="142" y="0"/>
                    </a:moveTo>
                    <a:cubicBezTo>
                      <a:pt x="52" y="0"/>
                      <a:pt x="1" y="4"/>
                      <a:pt x="1" y="4"/>
                    </a:cubicBezTo>
                    <a:cubicBezTo>
                      <a:pt x="1" y="4"/>
                      <a:pt x="153" y="296"/>
                      <a:pt x="522" y="632"/>
                    </a:cubicBezTo>
                    <a:cubicBezTo>
                      <a:pt x="522" y="632"/>
                      <a:pt x="537" y="389"/>
                      <a:pt x="557" y="24"/>
                    </a:cubicBezTo>
                    <a:cubicBezTo>
                      <a:pt x="385" y="5"/>
                      <a:pt x="241" y="0"/>
                      <a:pt x="142" y="0"/>
                    </a:cubicBezTo>
                    <a:close/>
                  </a:path>
                </a:pathLst>
              </a:custGeom>
              <a:solidFill>
                <a:srgbClr val="BC7A6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9"/>
              <p:cNvSpPr/>
              <p:nvPr/>
            </p:nvSpPr>
            <p:spPr>
              <a:xfrm>
                <a:off x="6395340" y="2175290"/>
                <a:ext cx="349790" cy="417442"/>
              </a:xfrm>
              <a:custGeom>
                <a:rect b="b" l="l" r="r" t="t"/>
                <a:pathLst>
                  <a:path extrusionOk="0" h="8904" w="7461">
                    <a:moveTo>
                      <a:pt x="872" y="0"/>
                    </a:moveTo>
                    <a:cubicBezTo>
                      <a:pt x="367" y="0"/>
                      <a:pt x="5" y="122"/>
                      <a:pt x="5" y="122"/>
                    </a:cubicBezTo>
                    <a:cubicBezTo>
                      <a:pt x="5" y="122"/>
                      <a:pt x="0" y="1273"/>
                      <a:pt x="208" y="1687"/>
                    </a:cubicBezTo>
                    <a:cubicBezTo>
                      <a:pt x="1731" y="4433"/>
                      <a:pt x="6209" y="8904"/>
                      <a:pt x="6209" y="8904"/>
                    </a:cubicBezTo>
                    <a:lnTo>
                      <a:pt x="7461" y="7847"/>
                    </a:lnTo>
                    <a:cubicBezTo>
                      <a:pt x="7233" y="7546"/>
                      <a:pt x="7021" y="7262"/>
                      <a:pt x="6823" y="6993"/>
                    </a:cubicBezTo>
                    <a:cubicBezTo>
                      <a:pt x="6797" y="6957"/>
                      <a:pt x="6771" y="6921"/>
                      <a:pt x="6745" y="6886"/>
                    </a:cubicBezTo>
                    <a:cubicBezTo>
                      <a:pt x="4443" y="3732"/>
                      <a:pt x="4163" y="2686"/>
                      <a:pt x="3206" y="1298"/>
                    </a:cubicBezTo>
                    <a:cubicBezTo>
                      <a:pt x="2992" y="986"/>
                      <a:pt x="2763" y="744"/>
                      <a:pt x="2529" y="556"/>
                    </a:cubicBezTo>
                    <a:cubicBezTo>
                      <a:pt x="1975" y="113"/>
                      <a:pt x="1358" y="0"/>
                      <a:pt x="872"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9"/>
              <p:cNvSpPr/>
              <p:nvPr/>
            </p:nvSpPr>
            <p:spPr>
              <a:xfrm>
                <a:off x="6395527" y="2020437"/>
                <a:ext cx="145195" cy="180966"/>
              </a:xfrm>
              <a:custGeom>
                <a:rect b="b" l="l" r="r" t="t"/>
                <a:pathLst>
                  <a:path extrusionOk="0" h="3860" w="3097">
                    <a:moveTo>
                      <a:pt x="1705" y="1"/>
                    </a:moveTo>
                    <a:cubicBezTo>
                      <a:pt x="1534" y="1"/>
                      <a:pt x="1041" y="288"/>
                      <a:pt x="279" y="288"/>
                    </a:cubicBezTo>
                    <a:cubicBezTo>
                      <a:pt x="230" y="288"/>
                      <a:pt x="181" y="287"/>
                      <a:pt x="131" y="285"/>
                    </a:cubicBezTo>
                    <a:cubicBezTo>
                      <a:pt x="117" y="566"/>
                      <a:pt x="112" y="873"/>
                      <a:pt x="112" y="1180"/>
                    </a:cubicBezTo>
                    <a:cubicBezTo>
                      <a:pt x="114" y="2251"/>
                      <a:pt x="1" y="3425"/>
                      <a:pt x="1" y="3425"/>
                    </a:cubicBezTo>
                    <a:cubicBezTo>
                      <a:pt x="1" y="3425"/>
                      <a:pt x="363" y="3303"/>
                      <a:pt x="868" y="3303"/>
                    </a:cubicBezTo>
                    <a:cubicBezTo>
                      <a:pt x="1354" y="3303"/>
                      <a:pt x="1971" y="3416"/>
                      <a:pt x="2525" y="3859"/>
                    </a:cubicBezTo>
                    <a:cubicBezTo>
                      <a:pt x="2526" y="3136"/>
                      <a:pt x="2765" y="1833"/>
                      <a:pt x="2968" y="855"/>
                    </a:cubicBezTo>
                    <a:cubicBezTo>
                      <a:pt x="2976" y="818"/>
                      <a:pt x="2984" y="783"/>
                      <a:pt x="2991" y="746"/>
                    </a:cubicBezTo>
                    <a:cubicBezTo>
                      <a:pt x="3028" y="570"/>
                      <a:pt x="3065" y="405"/>
                      <a:pt x="3097" y="259"/>
                    </a:cubicBezTo>
                    <a:lnTo>
                      <a:pt x="3097" y="259"/>
                    </a:lnTo>
                    <a:cubicBezTo>
                      <a:pt x="3065" y="266"/>
                      <a:pt x="3031" y="275"/>
                      <a:pt x="2997" y="285"/>
                    </a:cubicBezTo>
                    <a:cubicBezTo>
                      <a:pt x="2824" y="334"/>
                      <a:pt x="2659" y="375"/>
                      <a:pt x="2505" y="410"/>
                    </a:cubicBezTo>
                    <a:cubicBezTo>
                      <a:pt x="2087" y="502"/>
                      <a:pt x="1746" y="542"/>
                      <a:pt x="1511" y="542"/>
                    </a:cubicBezTo>
                    <a:cubicBezTo>
                      <a:pt x="1298" y="542"/>
                      <a:pt x="1171" y="510"/>
                      <a:pt x="1150" y="454"/>
                    </a:cubicBezTo>
                    <a:cubicBezTo>
                      <a:pt x="1095" y="314"/>
                      <a:pt x="1789" y="295"/>
                      <a:pt x="1771" y="58"/>
                    </a:cubicBezTo>
                    <a:cubicBezTo>
                      <a:pt x="1768" y="17"/>
                      <a:pt x="1746" y="1"/>
                      <a:pt x="1705"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9"/>
              <p:cNvSpPr/>
              <p:nvPr/>
            </p:nvSpPr>
            <p:spPr>
              <a:xfrm>
                <a:off x="6400778" y="2020437"/>
                <a:ext cx="139944" cy="55368"/>
              </a:xfrm>
              <a:custGeom>
                <a:rect b="b" l="l" r="r" t="t"/>
                <a:pathLst>
                  <a:path extrusionOk="0" h="1181" w="2985">
                    <a:moveTo>
                      <a:pt x="1593" y="1"/>
                    </a:moveTo>
                    <a:cubicBezTo>
                      <a:pt x="1423" y="1"/>
                      <a:pt x="931" y="288"/>
                      <a:pt x="170" y="288"/>
                    </a:cubicBezTo>
                    <a:cubicBezTo>
                      <a:pt x="121" y="288"/>
                      <a:pt x="70" y="287"/>
                      <a:pt x="19" y="285"/>
                    </a:cubicBezTo>
                    <a:cubicBezTo>
                      <a:pt x="5" y="566"/>
                      <a:pt x="0" y="873"/>
                      <a:pt x="0" y="1180"/>
                    </a:cubicBezTo>
                    <a:cubicBezTo>
                      <a:pt x="647" y="828"/>
                      <a:pt x="1300" y="728"/>
                      <a:pt x="1829" y="728"/>
                    </a:cubicBezTo>
                    <a:cubicBezTo>
                      <a:pt x="2299" y="728"/>
                      <a:pt x="2671" y="807"/>
                      <a:pt x="2856" y="855"/>
                    </a:cubicBezTo>
                    <a:cubicBezTo>
                      <a:pt x="2864" y="818"/>
                      <a:pt x="2872" y="783"/>
                      <a:pt x="2879" y="748"/>
                    </a:cubicBezTo>
                    <a:cubicBezTo>
                      <a:pt x="2916" y="570"/>
                      <a:pt x="2953" y="405"/>
                      <a:pt x="2985" y="259"/>
                    </a:cubicBezTo>
                    <a:lnTo>
                      <a:pt x="2985" y="259"/>
                    </a:lnTo>
                    <a:cubicBezTo>
                      <a:pt x="2953" y="268"/>
                      <a:pt x="2919" y="275"/>
                      <a:pt x="2885" y="286"/>
                    </a:cubicBezTo>
                    <a:cubicBezTo>
                      <a:pt x="2712" y="335"/>
                      <a:pt x="2547" y="376"/>
                      <a:pt x="2393" y="410"/>
                    </a:cubicBezTo>
                    <a:cubicBezTo>
                      <a:pt x="1975" y="502"/>
                      <a:pt x="1635" y="542"/>
                      <a:pt x="1399" y="542"/>
                    </a:cubicBezTo>
                    <a:cubicBezTo>
                      <a:pt x="1187" y="542"/>
                      <a:pt x="1060" y="510"/>
                      <a:pt x="1038" y="454"/>
                    </a:cubicBezTo>
                    <a:cubicBezTo>
                      <a:pt x="983" y="314"/>
                      <a:pt x="1677" y="295"/>
                      <a:pt x="1659" y="58"/>
                    </a:cubicBezTo>
                    <a:cubicBezTo>
                      <a:pt x="1656" y="17"/>
                      <a:pt x="1634" y="1"/>
                      <a:pt x="159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9"/>
              <p:cNvSpPr/>
              <p:nvPr/>
            </p:nvSpPr>
            <p:spPr>
              <a:xfrm>
                <a:off x="6535753" y="2027516"/>
                <a:ext cx="73277" cy="27989"/>
              </a:xfrm>
              <a:custGeom>
                <a:rect b="b" l="l" r="r" t="t"/>
                <a:pathLst>
                  <a:path extrusionOk="0" h="597" w="1563">
                    <a:moveTo>
                      <a:pt x="881" y="0"/>
                    </a:moveTo>
                    <a:cubicBezTo>
                      <a:pt x="871" y="0"/>
                      <a:pt x="861" y="0"/>
                      <a:pt x="850" y="1"/>
                    </a:cubicBezTo>
                    <a:lnTo>
                      <a:pt x="821" y="1"/>
                    </a:lnTo>
                    <a:cubicBezTo>
                      <a:pt x="812" y="2"/>
                      <a:pt x="804" y="2"/>
                      <a:pt x="797" y="2"/>
                    </a:cubicBezTo>
                    <a:cubicBezTo>
                      <a:pt x="786" y="2"/>
                      <a:pt x="777" y="2"/>
                      <a:pt x="766" y="4"/>
                    </a:cubicBezTo>
                    <a:lnTo>
                      <a:pt x="757" y="4"/>
                    </a:lnTo>
                    <a:cubicBezTo>
                      <a:pt x="746" y="4"/>
                      <a:pt x="736" y="5"/>
                      <a:pt x="725" y="5"/>
                    </a:cubicBezTo>
                    <a:cubicBezTo>
                      <a:pt x="722" y="5"/>
                      <a:pt x="717" y="5"/>
                      <a:pt x="713" y="7"/>
                    </a:cubicBezTo>
                    <a:cubicBezTo>
                      <a:pt x="705" y="7"/>
                      <a:pt x="696" y="7"/>
                      <a:pt x="687" y="8"/>
                    </a:cubicBezTo>
                    <a:cubicBezTo>
                      <a:pt x="677" y="8"/>
                      <a:pt x="667" y="10"/>
                      <a:pt x="658" y="11"/>
                    </a:cubicBezTo>
                    <a:cubicBezTo>
                      <a:pt x="645" y="11"/>
                      <a:pt x="635" y="13"/>
                      <a:pt x="624" y="14"/>
                    </a:cubicBezTo>
                    <a:cubicBezTo>
                      <a:pt x="610" y="14"/>
                      <a:pt x="596" y="16"/>
                      <a:pt x="583" y="17"/>
                    </a:cubicBezTo>
                    <a:cubicBezTo>
                      <a:pt x="440" y="34"/>
                      <a:pt x="281" y="63"/>
                      <a:pt x="106" y="108"/>
                    </a:cubicBezTo>
                    <a:cubicBezTo>
                      <a:pt x="74" y="254"/>
                      <a:pt x="37" y="419"/>
                      <a:pt x="0" y="595"/>
                    </a:cubicBezTo>
                    <a:lnTo>
                      <a:pt x="0" y="597"/>
                    </a:lnTo>
                    <a:cubicBezTo>
                      <a:pt x="307" y="565"/>
                      <a:pt x="557" y="522"/>
                      <a:pt x="758" y="475"/>
                    </a:cubicBezTo>
                    <a:cubicBezTo>
                      <a:pt x="1396" y="326"/>
                      <a:pt x="1563" y="135"/>
                      <a:pt x="1563" y="135"/>
                    </a:cubicBezTo>
                    <a:cubicBezTo>
                      <a:pt x="1555" y="131"/>
                      <a:pt x="1337" y="0"/>
                      <a:pt x="8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9"/>
              <p:cNvSpPr/>
              <p:nvPr/>
            </p:nvSpPr>
            <p:spPr>
              <a:xfrm>
                <a:off x="6380572" y="1598588"/>
                <a:ext cx="271965" cy="447259"/>
              </a:xfrm>
              <a:custGeom>
                <a:rect b="b" l="l" r="r" t="t"/>
                <a:pathLst>
                  <a:path extrusionOk="0" h="9540" w="5801">
                    <a:moveTo>
                      <a:pt x="3127" y="1"/>
                    </a:moveTo>
                    <a:cubicBezTo>
                      <a:pt x="0" y="1770"/>
                      <a:pt x="243" y="8122"/>
                      <a:pt x="219" y="9263"/>
                    </a:cubicBezTo>
                    <a:cubicBezTo>
                      <a:pt x="297" y="9273"/>
                      <a:pt x="375" y="9280"/>
                      <a:pt x="448" y="9283"/>
                    </a:cubicBezTo>
                    <a:cubicBezTo>
                      <a:pt x="499" y="9285"/>
                      <a:pt x="549" y="9286"/>
                      <a:pt x="598" y="9286"/>
                    </a:cubicBezTo>
                    <a:cubicBezTo>
                      <a:pt x="939" y="9286"/>
                      <a:pt x="1225" y="9229"/>
                      <a:pt x="1454" y="9166"/>
                    </a:cubicBezTo>
                    <a:cubicBezTo>
                      <a:pt x="1737" y="9087"/>
                      <a:pt x="1930" y="8999"/>
                      <a:pt x="2024" y="8999"/>
                    </a:cubicBezTo>
                    <a:cubicBezTo>
                      <a:pt x="2065" y="8999"/>
                      <a:pt x="2087" y="9015"/>
                      <a:pt x="2090" y="9056"/>
                    </a:cubicBezTo>
                    <a:cubicBezTo>
                      <a:pt x="2107" y="9278"/>
                      <a:pt x="1503" y="9309"/>
                      <a:pt x="1468" y="9425"/>
                    </a:cubicBezTo>
                    <a:cubicBezTo>
                      <a:pt x="1465" y="9434"/>
                      <a:pt x="1465" y="9443"/>
                      <a:pt x="1468" y="9452"/>
                    </a:cubicBezTo>
                    <a:cubicBezTo>
                      <a:pt x="1490" y="9508"/>
                      <a:pt x="1616" y="9540"/>
                      <a:pt x="1828" y="9540"/>
                    </a:cubicBezTo>
                    <a:cubicBezTo>
                      <a:pt x="2019" y="9540"/>
                      <a:pt x="2280" y="9513"/>
                      <a:pt x="2595" y="9454"/>
                    </a:cubicBezTo>
                    <a:cubicBezTo>
                      <a:pt x="2668" y="9440"/>
                      <a:pt x="2744" y="9425"/>
                      <a:pt x="2824" y="9408"/>
                    </a:cubicBezTo>
                    <a:cubicBezTo>
                      <a:pt x="2978" y="9373"/>
                      <a:pt x="3143" y="9332"/>
                      <a:pt x="3316" y="9283"/>
                    </a:cubicBezTo>
                    <a:cubicBezTo>
                      <a:pt x="3350" y="9273"/>
                      <a:pt x="3384" y="9264"/>
                      <a:pt x="3416" y="9257"/>
                    </a:cubicBezTo>
                    <a:cubicBezTo>
                      <a:pt x="3591" y="9212"/>
                      <a:pt x="3749" y="9183"/>
                      <a:pt x="3893" y="9166"/>
                    </a:cubicBezTo>
                    <a:cubicBezTo>
                      <a:pt x="4003" y="9154"/>
                      <a:pt x="4103" y="9149"/>
                      <a:pt x="4194" y="9149"/>
                    </a:cubicBezTo>
                    <a:cubicBezTo>
                      <a:pt x="4648" y="9149"/>
                      <a:pt x="4865" y="9279"/>
                      <a:pt x="4873" y="9283"/>
                    </a:cubicBezTo>
                    <a:cubicBezTo>
                      <a:pt x="4873" y="9283"/>
                      <a:pt x="5374" y="7968"/>
                      <a:pt x="5710" y="4537"/>
                    </a:cubicBezTo>
                    <a:cubicBezTo>
                      <a:pt x="5801" y="3630"/>
                      <a:pt x="5662" y="2886"/>
                      <a:pt x="5409" y="2282"/>
                    </a:cubicBezTo>
                    <a:cubicBezTo>
                      <a:pt x="5261" y="1929"/>
                      <a:pt x="5074" y="1621"/>
                      <a:pt x="4873" y="1360"/>
                    </a:cubicBezTo>
                    <a:cubicBezTo>
                      <a:pt x="4873" y="1358"/>
                      <a:pt x="4873" y="1358"/>
                      <a:pt x="4873" y="1358"/>
                    </a:cubicBezTo>
                    <a:cubicBezTo>
                      <a:pt x="4287" y="602"/>
                      <a:pt x="3570" y="206"/>
                      <a:pt x="3270" y="64"/>
                    </a:cubicBezTo>
                    <a:cubicBezTo>
                      <a:pt x="3179" y="21"/>
                      <a:pt x="3127" y="1"/>
                      <a:pt x="31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9"/>
              <p:cNvSpPr/>
              <p:nvPr/>
            </p:nvSpPr>
            <p:spPr>
              <a:xfrm>
                <a:off x="6448739" y="2020437"/>
                <a:ext cx="30614" cy="20113"/>
              </a:xfrm>
              <a:custGeom>
                <a:rect b="b" l="l" r="r" t="t"/>
                <a:pathLst>
                  <a:path extrusionOk="0" h="429" w="653">
                    <a:moveTo>
                      <a:pt x="570" y="1"/>
                    </a:moveTo>
                    <a:cubicBezTo>
                      <a:pt x="476" y="1"/>
                      <a:pt x="283" y="89"/>
                      <a:pt x="0" y="168"/>
                    </a:cubicBezTo>
                    <a:lnTo>
                      <a:pt x="14" y="428"/>
                    </a:lnTo>
                    <a:cubicBezTo>
                      <a:pt x="49" y="311"/>
                      <a:pt x="653" y="280"/>
                      <a:pt x="636" y="58"/>
                    </a:cubicBezTo>
                    <a:cubicBezTo>
                      <a:pt x="633" y="17"/>
                      <a:pt x="611" y="1"/>
                      <a:pt x="57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9"/>
              <p:cNvSpPr/>
              <p:nvPr/>
            </p:nvSpPr>
            <p:spPr>
              <a:xfrm>
                <a:off x="6721173" y="2576369"/>
                <a:ext cx="134740" cy="111112"/>
              </a:xfrm>
              <a:custGeom>
                <a:rect b="b" l="l" r="r" t="t"/>
                <a:pathLst>
                  <a:path extrusionOk="0" h="2370" w="2874">
                    <a:moveTo>
                      <a:pt x="2856" y="0"/>
                    </a:moveTo>
                    <a:cubicBezTo>
                      <a:pt x="2851" y="0"/>
                      <a:pt x="2847" y="2"/>
                      <a:pt x="2844" y="6"/>
                    </a:cubicBezTo>
                    <a:cubicBezTo>
                      <a:pt x="2813" y="44"/>
                      <a:pt x="2696" y="190"/>
                      <a:pt x="2477" y="424"/>
                    </a:cubicBezTo>
                    <a:cubicBezTo>
                      <a:pt x="2474" y="425"/>
                      <a:pt x="2473" y="427"/>
                      <a:pt x="2471" y="430"/>
                    </a:cubicBezTo>
                    <a:cubicBezTo>
                      <a:pt x="2300" y="612"/>
                      <a:pt x="2121" y="792"/>
                      <a:pt x="1937" y="965"/>
                    </a:cubicBezTo>
                    <a:cubicBezTo>
                      <a:pt x="1520" y="1358"/>
                      <a:pt x="884" y="1897"/>
                      <a:pt x="227" y="2237"/>
                    </a:cubicBezTo>
                    <a:lnTo>
                      <a:pt x="225" y="2237"/>
                    </a:lnTo>
                    <a:cubicBezTo>
                      <a:pt x="153" y="2274"/>
                      <a:pt x="81" y="2309"/>
                      <a:pt x="11" y="2339"/>
                    </a:cubicBezTo>
                    <a:cubicBezTo>
                      <a:pt x="3" y="2342"/>
                      <a:pt x="0" y="2351"/>
                      <a:pt x="3" y="2361"/>
                    </a:cubicBezTo>
                    <a:cubicBezTo>
                      <a:pt x="6" y="2365"/>
                      <a:pt x="11" y="2370"/>
                      <a:pt x="17" y="2370"/>
                    </a:cubicBezTo>
                    <a:cubicBezTo>
                      <a:pt x="20" y="2370"/>
                      <a:pt x="22" y="2368"/>
                      <a:pt x="23" y="2368"/>
                    </a:cubicBezTo>
                    <a:cubicBezTo>
                      <a:pt x="95" y="2336"/>
                      <a:pt x="169" y="2301"/>
                      <a:pt x="242" y="2264"/>
                    </a:cubicBezTo>
                    <a:cubicBezTo>
                      <a:pt x="902" y="1923"/>
                      <a:pt x="1540" y="1382"/>
                      <a:pt x="1959" y="988"/>
                    </a:cubicBezTo>
                    <a:cubicBezTo>
                      <a:pt x="2142" y="813"/>
                      <a:pt x="2323" y="633"/>
                      <a:pt x="2494" y="451"/>
                    </a:cubicBezTo>
                    <a:cubicBezTo>
                      <a:pt x="2717" y="213"/>
                      <a:pt x="2836" y="64"/>
                      <a:pt x="2869" y="25"/>
                    </a:cubicBezTo>
                    <a:cubicBezTo>
                      <a:pt x="2873" y="18"/>
                      <a:pt x="2872" y="9"/>
                      <a:pt x="2865" y="3"/>
                    </a:cubicBezTo>
                    <a:cubicBezTo>
                      <a:pt x="2863" y="1"/>
                      <a:pt x="2859" y="0"/>
                      <a:pt x="28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9"/>
              <p:cNvSpPr/>
              <p:nvPr/>
            </p:nvSpPr>
            <p:spPr>
              <a:xfrm>
                <a:off x="6686386" y="2543177"/>
                <a:ext cx="178763" cy="138069"/>
              </a:xfrm>
              <a:custGeom>
                <a:rect b="b" l="l" r="r" t="t"/>
                <a:pathLst>
                  <a:path extrusionOk="0" h="2945" w="3813">
                    <a:moveTo>
                      <a:pt x="3219" y="1132"/>
                    </a:moveTo>
                    <a:lnTo>
                      <a:pt x="3213" y="1138"/>
                    </a:lnTo>
                    <a:cubicBezTo>
                      <a:pt x="3215" y="1135"/>
                      <a:pt x="3216" y="1133"/>
                      <a:pt x="3219" y="1132"/>
                    </a:cubicBezTo>
                    <a:close/>
                    <a:moveTo>
                      <a:pt x="1253" y="0"/>
                    </a:moveTo>
                    <a:cubicBezTo>
                      <a:pt x="1253" y="0"/>
                      <a:pt x="570" y="577"/>
                      <a:pt x="1" y="1057"/>
                    </a:cubicBezTo>
                    <a:cubicBezTo>
                      <a:pt x="427" y="2122"/>
                      <a:pt x="898" y="2841"/>
                      <a:pt x="967" y="2945"/>
                    </a:cubicBezTo>
                    <a:cubicBezTo>
                      <a:pt x="967" y="2945"/>
                      <a:pt x="969" y="2945"/>
                      <a:pt x="969" y="2943"/>
                    </a:cubicBezTo>
                    <a:cubicBezTo>
                      <a:pt x="1626" y="2605"/>
                      <a:pt x="2262" y="2066"/>
                      <a:pt x="2679" y="1673"/>
                    </a:cubicBezTo>
                    <a:cubicBezTo>
                      <a:pt x="2773" y="1839"/>
                      <a:pt x="2892" y="2024"/>
                      <a:pt x="2996" y="2183"/>
                    </a:cubicBezTo>
                    <a:cubicBezTo>
                      <a:pt x="3060" y="2281"/>
                      <a:pt x="3121" y="2373"/>
                      <a:pt x="3176" y="2454"/>
                    </a:cubicBezTo>
                    <a:cubicBezTo>
                      <a:pt x="3259" y="2573"/>
                      <a:pt x="3392" y="2638"/>
                      <a:pt x="3528" y="2638"/>
                    </a:cubicBezTo>
                    <a:cubicBezTo>
                      <a:pt x="3603" y="2638"/>
                      <a:pt x="3679" y="2618"/>
                      <a:pt x="3748" y="2576"/>
                    </a:cubicBezTo>
                    <a:cubicBezTo>
                      <a:pt x="3794" y="2549"/>
                      <a:pt x="3812" y="2492"/>
                      <a:pt x="3791" y="2443"/>
                    </a:cubicBezTo>
                    <a:lnTo>
                      <a:pt x="3471" y="1714"/>
                    </a:lnTo>
                    <a:lnTo>
                      <a:pt x="3219" y="1132"/>
                    </a:lnTo>
                    <a:cubicBezTo>
                      <a:pt x="2886" y="193"/>
                      <a:pt x="1253" y="0"/>
                      <a:pt x="1253"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9"/>
              <p:cNvSpPr/>
              <p:nvPr/>
            </p:nvSpPr>
            <p:spPr>
              <a:xfrm>
                <a:off x="6669649" y="2276931"/>
                <a:ext cx="2532" cy="4594"/>
              </a:xfrm>
              <a:custGeom>
                <a:rect b="b" l="l" r="r" t="t"/>
                <a:pathLst>
                  <a:path extrusionOk="0" h="98" w="54">
                    <a:moveTo>
                      <a:pt x="8" y="0"/>
                    </a:moveTo>
                    <a:cubicBezTo>
                      <a:pt x="7" y="0"/>
                      <a:pt x="6" y="1"/>
                      <a:pt x="5" y="1"/>
                    </a:cubicBezTo>
                    <a:cubicBezTo>
                      <a:pt x="2" y="4"/>
                      <a:pt x="0" y="9"/>
                      <a:pt x="2" y="12"/>
                    </a:cubicBezTo>
                    <a:cubicBezTo>
                      <a:pt x="14" y="39"/>
                      <a:pt x="26" y="65"/>
                      <a:pt x="38" y="90"/>
                    </a:cubicBezTo>
                    <a:lnTo>
                      <a:pt x="38" y="93"/>
                    </a:lnTo>
                    <a:cubicBezTo>
                      <a:pt x="40" y="94"/>
                      <a:pt x="43" y="97"/>
                      <a:pt x="46" y="97"/>
                    </a:cubicBezTo>
                    <a:lnTo>
                      <a:pt x="46" y="96"/>
                    </a:lnTo>
                    <a:lnTo>
                      <a:pt x="49" y="96"/>
                    </a:lnTo>
                    <a:cubicBezTo>
                      <a:pt x="52" y="94"/>
                      <a:pt x="54" y="91"/>
                      <a:pt x="54" y="88"/>
                    </a:cubicBezTo>
                    <a:cubicBezTo>
                      <a:pt x="54" y="88"/>
                      <a:pt x="54" y="87"/>
                      <a:pt x="52" y="85"/>
                    </a:cubicBezTo>
                    <a:cubicBezTo>
                      <a:pt x="46" y="71"/>
                      <a:pt x="38" y="56"/>
                      <a:pt x="32" y="41"/>
                    </a:cubicBezTo>
                    <a:lnTo>
                      <a:pt x="15" y="6"/>
                    </a:lnTo>
                    <a:cubicBezTo>
                      <a:pt x="14" y="2"/>
                      <a:pt x="11" y="0"/>
                      <a:pt x="8"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9"/>
              <p:cNvSpPr/>
              <p:nvPr/>
            </p:nvSpPr>
            <p:spPr>
              <a:xfrm>
                <a:off x="7064916" y="2168960"/>
                <a:ext cx="92827" cy="88842"/>
              </a:xfrm>
              <a:custGeom>
                <a:rect b="b" l="l" r="r" t="t"/>
                <a:pathLst>
                  <a:path extrusionOk="0" h="1895" w="1980">
                    <a:moveTo>
                      <a:pt x="20" y="0"/>
                    </a:moveTo>
                    <a:cubicBezTo>
                      <a:pt x="15" y="0"/>
                      <a:pt x="9" y="3"/>
                      <a:pt x="5" y="8"/>
                    </a:cubicBezTo>
                    <a:cubicBezTo>
                      <a:pt x="1" y="15"/>
                      <a:pt x="4" y="26"/>
                      <a:pt x="12" y="29"/>
                    </a:cubicBezTo>
                    <a:cubicBezTo>
                      <a:pt x="22" y="35"/>
                      <a:pt x="1028" y="586"/>
                      <a:pt x="1949" y="1888"/>
                    </a:cubicBezTo>
                    <a:cubicBezTo>
                      <a:pt x="1952" y="1893"/>
                      <a:pt x="1956" y="1894"/>
                      <a:pt x="1961" y="1894"/>
                    </a:cubicBezTo>
                    <a:cubicBezTo>
                      <a:pt x="1964" y="1894"/>
                      <a:pt x="1967" y="1894"/>
                      <a:pt x="1970" y="1891"/>
                    </a:cubicBezTo>
                    <a:cubicBezTo>
                      <a:pt x="1978" y="1887"/>
                      <a:pt x="1979" y="1877"/>
                      <a:pt x="1973" y="1870"/>
                    </a:cubicBezTo>
                    <a:cubicBezTo>
                      <a:pt x="1048" y="561"/>
                      <a:pt x="36" y="8"/>
                      <a:pt x="27" y="2"/>
                    </a:cubicBezTo>
                    <a:cubicBezTo>
                      <a:pt x="25" y="1"/>
                      <a:pt x="23" y="0"/>
                      <a:pt x="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9"/>
              <p:cNvSpPr/>
              <p:nvPr/>
            </p:nvSpPr>
            <p:spPr>
              <a:xfrm>
                <a:off x="7046069" y="2097558"/>
                <a:ext cx="57853" cy="82513"/>
              </a:xfrm>
              <a:custGeom>
                <a:rect b="b" l="l" r="r" t="t"/>
                <a:pathLst>
                  <a:path extrusionOk="0" h="1760" w="1234">
                    <a:moveTo>
                      <a:pt x="18" y="0"/>
                    </a:moveTo>
                    <a:cubicBezTo>
                      <a:pt x="14" y="0"/>
                      <a:pt x="10" y="2"/>
                      <a:pt x="7" y="5"/>
                    </a:cubicBezTo>
                    <a:cubicBezTo>
                      <a:pt x="1" y="11"/>
                      <a:pt x="1" y="20"/>
                      <a:pt x="7" y="26"/>
                    </a:cubicBezTo>
                    <a:cubicBezTo>
                      <a:pt x="625" y="627"/>
                      <a:pt x="1196" y="1740"/>
                      <a:pt x="1201" y="1751"/>
                    </a:cubicBezTo>
                    <a:cubicBezTo>
                      <a:pt x="1204" y="1757"/>
                      <a:pt x="1210" y="1760"/>
                      <a:pt x="1215" y="1760"/>
                    </a:cubicBezTo>
                    <a:cubicBezTo>
                      <a:pt x="1218" y="1760"/>
                      <a:pt x="1221" y="1758"/>
                      <a:pt x="1222" y="1757"/>
                    </a:cubicBezTo>
                    <a:cubicBezTo>
                      <a:pt x="1230" y="1754"/>
                      <a:pt x="1233" y="1745"/>
                      <a:pt x="1228" y="1737"/>
                    </a:cubicBezTo>
                    <a:cubicBezTo>
                      <a:pt x="1224" y="1725"/>
                      <a:pt x="651" y="609"/>
                      <a:pt x="28" y="3"/>
                    </a:cubicBezTo>
                    <a:cubicBezTo>
                      <a:pt x="25" y="1"/>
                      <a:pt x="22" y="0"/>
                      <a:pt x="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9"/>
              <p:cNvSpPr/>
              <p:nvPr/>
            </p:nvSpPr>
            <p:spPr>
              <a:xfrm>
                <a:off x="6571290" y="1705527"/>
                <a:ext cx="266480" cy="750073"/>
              </a:xfrm>
              <a:custGeom>
                <a:rect b="b" l="l" r="r" t="t"/>
                <a:pathLst>
                  <a:path extrusionOk="0" h="15999" w="5684">
                    <a:moveTo>
                      <a:pt x="1341" y="1"/>
                    </a:moveTo>
                    <a:lnTo>
                      <a:pt x="1341" y="1"/>
                    </a:lnTo>
                    <a:cubicBezTo>
                      <a:pt x="1594" y="606"/>
                      <a:pt x="1733" y="1351"/>
                      <a:pt x="1642" y="2258"/>
                    </a:cubicBezTo>
                    <a:cubicBezTo>
                      <a:pt x="1306" y="5687"/>
                      <a:pt x="805" y="7003"/>
                      <a:pt x="805" y="7003"/>
                    </a:cubicBezTo>
                    <a:cubicBezTo>
                      <a:pt x="805" y="7003"/>
                      <a:pt x="638" y="7194"/>
                      <a:pt x="0" y="7343"/>
                    </a:cubicBezTo>
                    <a:cubicBezTo>
                      <a:pt x="17" y="7384"/>
                      <a:pt x="33" y="7424"/>
                      <a:pt x="49" y="7465"/>
                    </a:cubicBezTo>
                    <a:cubicBezTo>
                      <a:pt x="155" y="7732"/>
                      <a:pt x="265" y="8005"/>
                      <a:pt x="378" y="8278"/>
                    </a:cubicBezTo>
                    <a:cubicBezTo>
                      <a:pt x="387" y="8300"/>
                      <a:pt x="396" y="8323"/>
                      <a:pt x="406" y="8345"/>
                    </a:cubicBezTo>
                    <a:cubicBezTo>
                      <a:pt x="481" y="8527"/>
                      <a:pt x="557" y="8708"/>
                      <a:pt x="633" y="8890"/>
                    </a:cubicBezTo>
                    <a:cubicBezTo>
                      <a:pt x="670" y="8974"/>
                      <a:pt x="705" y="9058"/>
                      <a:pt x="742" y="9142"/>
                    </a:cubicBezTo>
                    <a:cubicBezTo>
                      <a:pt x="802" y="9283"/>
                      <a:pt x="861" y="9422"/>
                      <a:pt x="921" y="9559"/>
                    </a:cubicBezTo>
                    <a:cubicBezTo>
                      <a:pt x="932" y="9584"/>
                      <a:pt x="942" y="9608"/>
                      <a:pt x="953" y="9631"/>
                    </a:cubicBezTo>
                    <a:cubicBezTo>
                      <a:pt x="1127" y="10035"/>
                      <a:pt x="1302" y="10428"/>
                      <a:pt x="1467" y="10796"/>
                    </a:cubicBezTo>
                    <a:cubicBezTo>
                      <a:pt x="1479" y="10821"/>
                      <a:pt x="1490" y="10845"/>
                      <a:pt x="1500" y="10871"/>
                    </a:cubicBezTo>
                    <a:cubicBezTo>
                      <a:pt x="1516" y="10903"/>
                      <a:pt x="1531" y="10935"/>
                      <a:pt x="1545" y="10967"/>
                    </a:cubicBezTo>
                    <a:cubicBezTo>
                      <a:pt x="1558" y="10997"/>
                      <a:pt x="1571" y="11027"/>
                      <a:pt x="1584" y="11056"/>
                    </a:cubicBezTo>
                    <a:cubicBezTo>
                      <a:pt x="1591" y="11068"/>
                      <a:pt x="1595" y="11081"/>
                      <a:pt x="1601" y="11093"/>
                    </a:cubicBezTo>
                    <a:cubicBezTo>
                      <a:pt x="1609" y="11110"/>
                      <a:pt x="1616" y="11126"/>
                      <a:pt x="1624" y="11145"/>
                    </a:cubicBezTo>
                    <a:cubicBezTo>
                      <a:pt x="1649" y="11198"/>
                      <a:pt x="1673" y="11253"/>
                      <a:pt x="1698" y="11307"/>
                    </a:cubicBezTo>
                    <a:cubicBezTo>
                      <a:pt x="1707" y="11325"/>
                      <a:pt x="1714" y="11344"/>
                      <a:pt x="1724" y="11362"/>
                    </a:cubicBezTo>
                    <a:cubicBezTo>
                      <a:pt x="1831" y="11599"/>
                      <a:pt x="1933" y="11821"/>
                      <a:pt x="2026" y="12024"/>
                    </a:cubicBezTo>
                    <a:cubicBezTo>
                      <a:pt x="2035" y="12044"/>
                      <a:pt x="2045" y="12064"/>
                      <a:pt x="2054" y="12082"/>
                    </a:cubicBezTo>
                    <a:cubicBezTo>
                      <a:pt x="2072" y="12122"/>
                      <a:pt x="2089" y="12160"/>
                      <a:pt x="2107" y="12197"/>
                    </a:cubicBezTo>
                    <a:cubicBezTo>
                      <a:pt x="2119" y="12224"/>
                      <a:pt x="2132" y="12250"/>
                      <a:pt x="2144" y="12276"/>
                    </a:cubicBezTo>
                    <a:cubicBezTo>
                      <a:pt x="2173" y="12340"/>
                      <a:pt x="2202" y="12403"/>
                      <a:pt x="2230" y="12461"/>
                    </a:cubicBezTo>
                    <a:cubicBezTo>
                      <a:pt x="2236" y="12475"/>
                      <a:pt x="2243" y="12490"/>
                      <a:pt x="2249" y="12504"/>
                    </a:cubicBezTo>
                    <a:cubicBezTo>
                      <a:pt x="2265" y="12539"/>
                      <a:pt x="2282" y="12573"/>
                      <a:pt x="2297" y="12605"/>
                    </a:cubicBezTo>
                    <a:cubicBezTo>
                      <a:pt x="2301" y="12616"/>
                      <a:pt x="2306" y="12626"/>
                      <a:pt x="2311" y="12637"/>
                    </a:cubicBezTo>
                    <a:cubicBezTo>
                      <a:pt x="2320" y="12657"/>
                      <a:pt x="2329" y="12675"/>
                      <a:pt x="2338" y="12694"/>
                    </a:cubicBezTo>
                    <a:cubicBezTo>
                      <a:pt x="2341" y="12701"/>
                      <a:pt x="2344" y="12707"/>
                      <a:pt x="2347" y="12715"/>
                    </a:cubicBezTo>
                    <a:cubicBezTo>
                      <a:pt x="2382" y="12787"/>
                      <a:pt x="2413" y="12854"/>
                      <a:pt x="2441" y="12912"/>
                    </a:cubicBezTo>
                    <a:cubicBezTo>
                      <a:pt x="2445" y="12921"/>
                      <a:pt x="2448" y="12927"/>
                      <a:pt x="2451" y="12935"/>
                    </a:cubicBezTo>
                    <a:cubicBezTo>
                      <a:pt x="2485" y="13007"/>
                      <a:pt x="2514" y="13067"/>
                      <a:pt x="2537" y="13116"/>
                    </a:cubicBezTo>
                    <a:cubicBezTo>
                      <a:pt x="2538" y="13119"/>
                      <a:pt x="2540" y="13122"/>
                      <a:pt x="2541" y="13125"/>
                    </a:cubicBezTo>
                    <a:cubicBezTo>
                      <a:pt x="2549" y="13141"/>
                      <a:pt x="2557" y="13157"/>
                      <a:pt x="2563" y="13171"/>
                    </a:cubicBezTo>
                    <a:cubicBezTo>
                      <a:pt x="2566" y="13175"/>
                      <a:pt x="2567" y="13180"/>
                      <a:pt x="2569" y="13184"/>
                    </a:cubicBezTo>
                    <a:cubicBezTo>
                      <a:pt x="2571" y="13186"/>
                      <a:pt x="2572" y="13189"/>
                      <a:pt x="2572" y="13190"/>
                    </a:cubicBezTo>
                    <a:cubicBezTo>
                      <a:pt x="2574" y="13192"/>
                      <a:pt x="2575" y="13195"/>
                      <a:pt x="2575" y="13197"/>
                    </a:cubicBezTo>
                    <a:cubicBezTo>
                      <a:pt x="2592" y="13230"/>
                      <a:pt x="2601" y="13249"/>
                      <a:pt x="2601" y="13249"/>
                    </a:cubicBezTo>
                    <a:cubicBezTo>
                      <a:pt x="2601" y="13249"/>
                      <a:pt x="2278" y="13855"/>
                      <a:pt x="2346" y="14768"/>
                    </a:cubicBezTo>
                    <a:cubicBezTo>
                      <a:pt x="2413" y="15679"/>
                      <a:pt x="2992" y="15900"/>
                      <a:pt x="2992" y="15900"/>
                    </a:cubicBezTo>
                    <a:cubicBezTo>
                      <a:pt x="2992" y="15900"/>
                      <a:pt x="4561" y="15999"/>
                      <a:pt x="5116" y="15999"/>
                    </a:cubicBezTo>
                    <a:cubicBezTo>
                      <a:pt x="5208" y="15999"/>
                      <a:pt x="5272" y="15996"/>
                      <a:pt x="5296" y="15990"/>
                    </a:cubicBezTo>
                    <a:cubicBezTo>
                      <a:pt x="5364" y="15971"/>
                      <a:pt x="5520" y="15837"/>
                      <a:pt x="5683" y="15679"/>
                    </a:cubicBezTo>
                    <a:cubicBezTo>
                      <a:pt x="3359" y="12444"/>
                      <a:pt x="2948" y="7693"/>
                      <a:pt x="3118" y="5422"/>
                    </a:cubicBezTo>
                    <a:cubicBezTo>
                      <a:pt x="3243" y="3745"/>
                      <a:pt x="2063" y="1314"/>
                      <a:pt x="1341" y="1"/>
                    </a:cubicBezTo>
                    <a:close/>
                  </a:path>
                </a:pathLst>
              </a:custGeom>
              <a:solidFill>
                <a:srgbClr val="333746">
                  <a:alpha val="901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9"/>
              <p:cNvSpPr/>
              <p:nvPr/>
            </p:nvSpPr>
            <p:spPr>
              <a:xfrm>
                <a:off x="6714422" y="2336612"/>
                <a:ext cx="469481" cy="158697"/>
              </a:xfrm>
              <a:custGeom>
                <a:rect b="b" l="l" r="r" t="t"/>
                <a:pathLst>
                  <a:path extrusionOk="0" h="3385" w="10014">
                    <a:moveTo>
                      <a:pt x="9617" y="0"/>
                    </a:moveTo>
                    <a:cubicBezTo>
                      <a:pt x="9610" y="84"/>
                      <a:pt x="9604" y="138"/>
                      <a:pt x="9604" y="138"/>
                    </a:cubicBezTo>
                    <a:cubicBezTo>
                      <a:pt x="9604" y="138"/>
                      <a:pt x="9487" y="589"/>
                      <a:pt x="8095" y="742"/>
                    </a:cubicBezTo>
                    <a:cubicBezTo>
                      <a:pt x="7960" y="757"/>
                      <a:pt x="7812" y="769"/>
                      <a:pt x="7651" y="778"/>
                    </a:cubicBezTo>
                    <a:cubicBezTo>
                      <a:pt x="7474" y="787"/>
                      <a:pt x="7280" y="792"/>
                      <a:pt x="7069" y="792"/>
                    </a:cubicBezTo>
                    <a:cubicBezTo>
                      <a:pt x="6884" y="792"/>
                      <a:pt x="6685" y="788"/>
                      <a:pt x="6472" y="780"/>
                    </a:cubicBezTo>
                    <a:cubicBezTo>
                      <a:pt x="5884" y="1252"/>
                      <a:pt x="5110" y="1587"/>
                      <a:pt x="4921" y="1631"/>
                    </a:cubicBezTo>
                    <a:cubicBezTo>
                      <a:pt x="4733" y="1676"/>
                      <a:pt x="3159" y="1676"/>
                      <a:pt x="3159" y="1676"/>
                    </a:cubicBezTo>
                    <a:cubicBezTo>
                      <a:pt x="3159" y="1676"/>
                      <a:pt x="3090" y="1751"/>
                      <a:pt x="2991" y="1855"/>
                    </a:cubicBezTo>
                    <a:cubicBezTo>
                      <a:pt x="2896" y="1954"/>
                      <a:pt x="2774" y="2081"/>
                      <a:pt x="2653" y="2197"/>
                    </a:cubicBezTo>
                    <a:cubicBezTo>
                      <a:pt x="2646" y="2205"/>
                      <a:pt x="2638" y="2212"/>
                      <a:pt x="2630" y="2218"/>
                    </a:cubicBezTo>
                    <a:cubicBezTo>
                      <a:pt x="2467" y="2376"/>
                      <a:pt x="2312" y="2510"/>
                      <a:pt x="2243" y="2529"/>
                    </a:cubicBezTo>
                    <a:cubicBezTo>
                      <a:pt x="2219" y="2535"/>
                      <a:pt x="2154" y="2538"/>
                      <a:pt x="2063" y="2538"/>
                    </a:cubicBezTo>
                    <a:cubicBezTo>
                      <a:pt x="1573" y="2538"/>
                      <a:pt x="297" y="2461"/>
                      <a:pt x="1" y="2443"/>
                    </a:cubicBezTo>
                    <a:lnTo>
                      <a:pt x="1" y="2443"/>
                    </a:lnTo>
                    <a:cubicBezTo>
                      <a:pt x="1" y="2443"/>
                      <a:pt x="11" y="2724"/>
                      <a:pt x="2" y="3299"/>
                    </a:cubicBezTo>
                    <a:cubicBezTo>
                      <a:pt x="2" y="3346"/>
                      <a:pt x="39" y="3385"/>
                      <a:pt x="87" y="3385"/>
                    </a:cubicBezTo>
                    <a:cubicBezTo>
                      <a:pt x="87" y="3385"/>
                      <a:pt x="88" y="3385"/>
                      <a:pt x="89" y="3385"/>
                    </a:cubicBezTo>
                    <a:cubicBezTo>
                      <a:pt x="976" y="3373"/>
                      <a:pt x="1933" y="3241"/>
                      <a:pt x="2893" y="3039"/>
                    </a:cubicBezTo>
                    <a:cubicBezTo>
                      <a:pt x="3022" y="3013"/>
                      <a:pt x="3150" y="2984"/>
                      <a:pt x="3277" y="2955"/>
                    </a:cubicBezTo>
                    <a:cubicBezTo>
                      <a:pt x="3994" y="2792"/>
                      <a:pt x="4708" y="2591"/>
                      <a:pt x="5387" y="2376"/>
                    </a:cubicBezTo>
                    <a:cubicBezTo>
                      <a:pt x="5844" y="2231"/>
                      <a:pt x="6287" y="2078"/>
                      <a:pt x="6706" y="1925"/>
                    </a:cubicBezTo>
                    <a:cubicBezTo>
                      <a:pt x="7168" y="1755"/>
                      <a:pt x="7601" y="1585"/>
                      <a:pt x="7994" y="1422"/>
                    </a:cubicBezTo>
                    <a:cubicBezTo>
                      <a:pt x="8117" y="1371"/>
                      <a:pt x="8237" y="1321"/>
                      <a:pt x="8351" y="1271"/>
                    </a:cubicBezTo>
                    <a:cubicBezTo>
                      <a:pt x="9159" y="922"/>
                      <a:pt x="9746" y="621"/>
                      <a:pt x="9984" y="459"/>
                    </a:cubicBezTo>
                    <a:cubicBezTo>
                      <a:pt x="9989" y="456"/>
                      <a:pt x="9993" y="451"/>
                      <a:pt x="9996" y="446"/>
                    </a:cubicBezTo>
                    <a:cubicBezTo>
                      <a:pt x="10013" y="425"/>
                      <a:pt x="10013" y="391"/>
                      <a:pt x="9992" y="370"/>
                    </a:cubicBezTo>
                    <a:cubicBezTo>
                      <a:pt x="9824" y="208"/>
                      <a:pt x="9617" y="0"/>
                      <a:pt x="961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9"/>
              <p:cNvSpPr/>
              <p:nvPr/>
            </p:nvSpPr>
            <p:spPr>
              <a:xfrm>
                <a:off x="7221784" y="2376181"/>
                <a:ext cx="27567" cy="81951"/>
              </a:xfrm>
              <a:custGeom>
                <a:rect b="b" l="l" r="r" t="t"/>
                <a:pathLst>
                  <a:path extrusionOk="0" h="1748" w="588">
                    <a:moveTo>
                      <a:pt x="18" y="1"/>
                    </a:moveTo>
                    <a:cubicBezTo>
                      <a:pt x="16" y="1"/>
                      <a:pt x="13" y="2"/>
                      <a:pt x="11" y="3"/>
                    </a:cubicBezTo>
                    <a:cubicBezTo>
                      <a:pt x="3" y="6"/>
                      <a:pt x="0" y="15"/>
                      <a:pt x="5" y="23"/>
                    </a:cubicBezTo>
                    <a:cubicBezTo>
                      <a:pt x="8" y="31"/>
                      <a:pt x="378" y="754"/>
                      <a:pt x="555" y="1734"/>
                    </a:cubicBezTo>
                    <a:cubicBezTo>
                      <a:pt x="557" y="1741"/>
                      <a:pt x="563" y="1747"/>
                      <a:pt x="570" y="1747"/>
                    </a:cubicBezTo>
                    <a:cubicBezTo>
                      <a:pt x="570" y="1747"/>
                      <a:pt x="573" y="1747"/>
                      <a:pt x="573" y="1746"/>
                    </a:cubicBezTo>
                    <a:cubicBezTo>
                      <a:pt x="583" y="1744"/>
                      <a:pt x="587" y="1737"/>
                      <a:pt x="586" y="1729"/>
                    </a:cubicBezTo>
                    <a:cubicBezTo>
                      <a:pt x="408" y="743"/>
                      <a:pt x="35" y="17"/>
                      <a:pt x="32" y="9"/>
                    </a:cubicBezTo>
                    <a:cubicBezTo>
                      <a:pt x="29" y="4"/>
                      <a:pt x="24" y="1"/>
                      <a:pt x="18" y="1"/>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9"/>
              <p:cNvSpPr/>
              <p:nvPr/>
            </p:nvSpPr>
            <p:spPr>
              <a:xfrm>
                <a:off x="7127504" y="2462070"/>
                <a:ext cx="95312" cy="183498"/>
              </a:xfrm>
              <a:custGeom>
                <a:rect b="b" l="l" r="r" t="t"/>
                <a:pathLst>
                  <a:path extrusionOk="0" h="3914" w="2033">
                    <a:moveTo>
                      <a:pt x="2014" y="0"/>
                    </a:moveTo>
                    <a:cubicBezTo>
                      <a:pt x="2009" y="0"/>
                      <a:pt x="2004" y="2"/>
                      <a:pt x="2000" y="7"/>
                    </a:cubicBezTo>
                    <a:cubicBezTo>
                      <a:pt x="1987" y="32"/>
                      <a:pt x="507" y="2411"/>
                      <a:pt x="186" y="3620"/>
                    </a:cubicBezTo>
                    <a:cubicBezTo>
                      <a:pt x="131" y="3828"/>
                      <a:pt x="101" y="3872"/>
                      <a:pt x="92" y="3881"/>
                    </a:cubicBezTo>
                    <a:cubicBezTo>
                      <a:pt x="74" y="3855"/>
                      <a:pt x="46" y="3684"/>
                      <a:pt x="118" y="2718"/>
                    </a:cubicBezTo>
                    <a:cubicBezTo>
                      <a:pt x="160" y="2161"/>
                      <a:pt x="215" y="1611"/>
                      <a:pt x="216" y="1605"/>
                    </a:cubicBezTo>
                    <a:cubicBezTo>
                      <a:pt x="216" y="1597"/>
                      <a:pt x="210" y="1590"/>
                      <a:pt x="202" y="1588"/>
                    </a:cubicBezTo>
                    <a:cubicBezTo>
                      <a:pt x="193" y="1588"/>
                      <a:pt x="186" y="1594"/>
                      <a:pt x="186" y="1602"/>
                    </a:cubicBezTo>
                    <a:cubicBezTo>
                      <a:pt x="184" y="1608"/>
                      <a:pt x="127" y="2177"/>
                      <a:pt x="86" y="2742"/>
                    </a:cubicBezTo>
                    <a:cubicBezTo>
                      <a:pt x="1" y="3898"/>
                      <a:pt x="59" y="3909"/>
                      <a:pt x="86" y="3913"/>
                    </a:cubicBezTo>
                    <a:lnTo>
                      <a:pt x="92" y="3913"/>
                    </a:lnTo>
                    <a:cubicBezTo>
                      <a:pt x="117" y="3913"/>
                      <a:pt x="149" y="3880"/>
                      <a:pt x="216" y="3628"/>
                    </a:cubicBezTo>
                    <a:cubicBezTo>
                      <a:pt x="536" y="2423"/>
                      <a:pt x="2013" y="48"/>
                      <a:pt x="2028" y="24"/>
                    </a:cubicBezTo>
                    <a:cubicBezTo>
                      <a:pt x="2032" y="16"/>
                      <a:pt x="2029" y="7"/>
                      <a:pt x="2023" y="3"/>
                    </a:cubicBezTo>
                    <a:cubicBezTo>
                      <a:pt x="2020" y="1"/>
                      <a:pt x="2017" y="0"/>
                      <a:pt x="2014"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9"/>
              <p:cNvSpPr/>
              <p:nvPr/>
            </p:nvSpPr>
            <p:spPr>
              <a:xfrm>
                <a:off x="6876260" y="2561508"/>
                <a:ext cx="194656" cy="126911"/>
              </a:xfrm>
              <a:custGeom>
                <a:rect b="b" l="l" r="r" t="t"/>
                <a:pathLst>
                  <a:path extrusionOk="0" h="2707" w="4152">
                    <a:moveTo>
                      <a:pt x="18" y="1"/>
                    </a:moveTo>
                    <a:cubicBezTo>
                      <a:pt x="12" y="1"/>
                      <a:pt x="6" y="4"/>
                      <a:pt x="4" y="10"/>
                    </a:cubicBezTo>
                    <a:cubicBezTo>
                      <a:pt x="1" y="17"/>
                      <a:pt x="4" y="27"/>
                      <a:pt x="12" y="31"/>
                    </a:cubicBezTo>
                    <a:cubicBezTo>
                      <a:pt x="47" y="48"/>
                      <a:pt x="3562" y="1713"/>
                      <a:pt x="4120" y="2698"/>
                    </a:cubicBezTo>
                    <a:cubicBezTo>
                      <a:pt x="4123" y="2702"/>
                      <a:pt x="4129" y="2705"/>
                      <a:pt x="4133" y="2705"/>
                    </a:cubicBezTo>
                    <a:lnTo>
                      <a:pt x="4133" y="2707"/>
                    </a:lnTo>
                    <a:cubicBezTo>
                      <a:pt x="4136" y="2707"/>
                      <a:pt x="4140" y="2705"/>
                      <a:pt x="4141" y="2704"/>
                    </a:cubicBezTo>
                    <a:cubicBezTo>
                      <a:pt x="4149" y="2699"/>
                      <a:pt x="4152" y="2690"/>
                      <a:pt x="4147" y="2682"/>
                    </a:cubicBezTo>
                    <a:cubicBezTo>
                      <a:pt x="3910" y="2265"/>
                      <a:pt x="3144" y="1687"/>
                      <a:pt x="1871" y="965"/>
                    </a:cubicBezTo>
                    <a:cubicBezTo>
                      <a:pt x="923" y="427"/>
                      <a:pt x="33" y="7"/>
                      <a:pt x="25" y="2"/>
                    </a:cubicBezTo>
                    <a:cubicBezTo>
                      <a:pt x="23" y="1"/>
                      <a:pt x="21" y="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9"/>
              <p:cNvSpPr/>
              <p:nvPr/>
            </p:nvSpPr>
            <p:spPr>
              <a:xfrm>
                <a:off x="7028816" y="2357522"/>
                <a:ext cx="691376" cy="1249372"/>
              </a:xfrm>
              <a:custGeom>
                <a:rect b="b" l="l" r="r" t="t"/>
                <a:pathLst>
                  <a:path extrusionOk="0" h="26649" w="14747">
                    <a:moveTo>
                      <a:pt x="3290" y="0"/>
                    </a:moveTo>
                    <a:cubicBezTo>
                      <a:pt x="3287" y="5"/>
                      <a:pt x="3283" y="10"/>
                      <a:pt x="3278" y="13"/>
                    </a:cubicBezTo>
                    <a:cubicBezTo>
                      <a:pt x="2899" y="271"/>
                      <a:pt x="1632" y="881"/>
                      <a:pt x="0" y="1479"/>
                    </a:cubicBezTo>
                    <a:cubicBezTo>
                      <a:pt x="31" y="1531"/>
                      <a:pt x="68" y="1600"/>
                      <a:pt x="112" y="1682"/>
                    </a:cubicBezTo>
                    <a:cubicBezTo>
                      <a:pt x="480" y="2379"/>
                      <a:pt x="1280" y="4073"/>
                      <a:pt x="1606" y="5694"/>
                    </a:cubicBezTo>
                    <a:cubicBezTo>
                      <a:pt x="1655" y="5940"/>
                      <a:pt x="1662" y="6192"/>
                      <a:pt x="1621" y="6442"/>
                    </a:cubicBezTo>
                    <a:cubicBezTo>
                      <a:pt x="1610" y="6513"/>
                      <a:pt x="1596" y="6588"/>
                      <a:pt x="1584" y="6668"/>
                    </a:cubicBezTo>
                    <a:cubicBezTo>
                      <a:pt x="1436" y="7519"/>
                      <a:pt x="1193" y="8689"/>
                      <a:pt x="1193" y="8689"/>
                    </a:cubicBezTo>
                    <a:cubicBezTo>
                      <a:pt x="1193" y="8689"/>
                      <a:pt x="1251" y="9108"/>
                      <a:pt x="1352" y="9817"/>
                    </a:cubicBezTo>
                    <a:cubicBezTo>
                      <a:pt x="2275" y="10750"/>
                      <a:pt x="3734" y="12129"/>
                      <a:pt x="4119" y="12481"/>
                    </a:cubicBezTo>
                    <a:cubicBezTo>
                      <a:pt x="4408" y="13028"/>
                      <a:pt x="5957" y="14872"/>
                      <a:pt x="7773" y="16219"/>
                    </a:cubicBezTo>
                    <a:cubicBezTo>
                      <a:pt x="6897" y="17908"/>
                      <a:pt x="3064" y="21658"/>
                      <a:pt x="3064" y="21658"/>
                    </a:cubicBezTo>
                    <a:cubicBezTo>
                      <a:pt x="3108" y="21952"/>
                      <a:pt x="3151" y="22236"/>
                      <a:pt x="3193" y="22511"/>
                    </a:cubicBezTo>
                    <a:cubicBezTo>
                      <a:pt x="3396" y="23846"/>
                      <a:pt x="3567" y="24930"/>
                      <a:pt x="3677" y="25540"/>
                    </a:cubicBezTo>
                    <a:cubicBezTo>
                      <a:pt x="3745" y="25910"/>
                      <a:pt x="3806" y="26282"/>
                      <a:pt x="3861" y="26649"/>
                    </a:cubicBezTo>
                    <a:cubicBezTo>
                      <a:pt x="4969" y="26092"/>
                      <a:pt x="5481" y="25268"/>
                      <a:pt x="5481" y="25268"/>
                    </a:cubicBezTo>
                    <a:cubicBezTo>
                      <a:pt x="5481" y="25268"/>
                      <a:pt x="8689" y="23187"/>
                      <a:pt x="9623" y="22531"/>
                    </a:cubicBezTo>
                    <a:cubicBezTo>
                      <a:pt x="10556" y="21874"/>
                      <a:pt x="10629" y="21868"/>
                      <a:pt x="10646" y="21039"/>
                    </a:cubicBezTo>
                    <a:cubicBezTo>
                      <a:pt x="13268" y="19281"/>
                      <a:pt x="14746" y="16764"/>
                      <a:pt x="13968" y="14939"/>
                    </a:cubicBezTo>
                    <a:cubicBezTo>
                      <a:pt x="11604" y="9403"/>
                      <a:pt x="4558" y="1522"/>
                      <a:pt x="4558" y="1522"/>
                    </a:cubicBezTo>
                    <a:cubicBezTo>
                      <a:pt x="4558" y="1522"/>
                      <a:pt x="4269" y="577"/>
                      <a:pt x="4119" y="393"/>
                    </a:cubicBezTo>
                    <a:cubicBezTo>
                      <a:pt x="4030" y="283"/>
                      <a:pt x="3715" y="153"/>
                      <a:pt x="3478" y="66"/>
                    </a:cubicBezTo>
                    <a:cubicBezTo>
                      <a:pt x="3405" y="40"/>
                      <a:pt x="3339" y="17"/>
                      <a:pt x="329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9"/>
              <p:cNvSpPr/>
              <p:nvPr/>
            </p:nvSpPr>
            <p:spPr>
              <a:xfrm>
                <a:off x="7084700" y="2670088"/>
                <a:ext cx="391797" cy="742853"/>
              </a:xfrm>
              <a:custGeom>
                <a:rect b="b" l="l" r="r" t="t"/>
                <a:pathLst>
                  <a:path extrusionOk="0" h="15845" w="8357">
                    <a:moveTo>
                      <a:pt x="391" y="1"/>
                    </a:moveTo>
                    <a:cubicBezTo>
                      <a:pt x="244" y="852"/>
                      <a:pt x="1" y="2022"/>
                      <a:pt x="1" y="2022"/>
                    </a:cubicBezTo>
                    <a:cubicBezTo>
                      <a:pt x="1" y="2022"/>
                      <a:pt x="59" y="2441"/>
                      <a:pt x="160" y="3150"/>
                    </a:cubicBezTo>
                    <a:cubicBezTo>
                      <a:pt x="1083" y="4083"/>
                      <a:pt x="2542" y="5462"/>
                      <a:pt x="2927" y="5814"/>
                    </a:cubicBezTo>
                    <a:cubicBezTo>
                      <a:pt x="3216" y="6361"/>
                      <a:pt x="4763" y="8205"/>
                      <a:pt x="6581" y="9552"/>
                    </a:cubicBezTo>
                    <a:cubicBezTo>
                      <a:pt x="5705" y="11241"/>
                      <a:pt x="1872" y="14991"/>
                      <a:pt x="1872" y="14991"/>
                    </a:cubicBezTo>
                    <a:cubicBezTo>
                      <a:pt x="1915" y="15285"/>
                      <a:pt x="1959" y="15569"/>
                      <a:pt x="2001" y="15844"/>
                    </a:cubicBezTo>
                    <a:cubicBezTo>
                      <a:pt x="3143" y="15001"/>
                      <a:pt x="6697" y="12305"/>
                      <a:pt x="8356" y="10232"/>
                    </a:cubicBezTo>
                    <a:cubicBezTo>
                      <a:pt x="5069" y="7509"/>
                      <a:pt x="391" y="1"/>
                      <a:pt x="391" y="1"/>
                    </a:cubicBezTo>
                    <a:close/>
                  </a:path>
                </a:pathLst>
              </a:custGeom>
              <a:solidFill>
                <a:srgbClr val="333746">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9"/>
              <p:cNvSpPr/>
              <p:nvPr/>
            </p:nvSpPr>
            <p:spPr>
              <a:xfrm>
                <a:off x="7033551" y="2436331"/>
                <a:ext cx="73934" cy="382186"/>
              </a:xfrm>
              <a:custGeom>
                <a:rect b="b" l="l" r="r" t="t"/>
                <a:pathLst>
                  <a:path extrusionOk="0" h="8152" w="1577">
                    <a:moveTo>
                      <a:pt x="17" y="0"/>
                    </a:moveTo>
                    <a:cubicBezTo>
                      <a:pt x="15" y="0"/>
                      <a:pt x="13" y="0"/>
                      <a:pt x="11" y="1"/>
                    </a:cubicBezTo>
                    <a:cubicBezTo>
                      <a:pt x="3" y="6"/>
                      <a:pt x="0" y="15"/>
                      <a:pt x="3" y="23"/>
                    </a:cubicBezTo>
                    <a:cubicBezTo>
                      <a:pt x="188" y="374"/>
                      <a:pt x="1127" y="2213"/>
                      <a:pt x="1489" y="4016"/>
                    </a:cubicBezTo>
                    <a:cubicBezTo>
                      <a:pt x="1540" y="4264"/>
                      <a:pt x="1544" y="4513"/>
                      <a:pt x="1505" y="4758"/>
                    </a:cubicBezTo>
                    <a:cubicBezTo>
                      <a:pt x="1369" y="5601"/>
                      <a:pt x="1078" y="6991"/>
                      <a:pt x="1077" y="7006"/>
                    </a:cubicBezTo>
                    <a:cubicBezTo>
                      <a:pt x="1075" y="7008"/>
                      <a:pt x="1075" y="7010"/>
                      <a:pt x="1077" y="7011"/>
                    </a:cubicBezTo>
                    <a:cubicBezTo>
                      <a:pt x="1077" y="7011"/>
                      <a:pt x="1135" y="7430"/>
                      <a:pt x="1236" y="8138"/>
                    </a:cubicBezTo>
                    <a:cubicBezTo>
                      <a:pt x="1236" y="8145"/>
                      <a:pt x="1243" y="8152"/>
                      <a:pt x="1251" y="8152"/>
                    </a:cubicBezTo>
                    <a:lnTo>
                      <a:pt x="1252" y="8152"/>
                    </a:lnTo>
                    <a:cubicBezTo>
                      <a:pt x="1260" y="8150"/>
                      <a:pt x="1266" y="8142"/>
                      <a:pt x="1266" y="8133"/>
                    </a:cubicBezTo>
                    <a:cubicBezTo>
                      <a:pt x="1170" y="7459"/>
                      <a:pt x="1112" y="7046"/>
                      <a:pt x="1107" y="7010"/>
                    </a:cubicBezTo>
                    <a:cubicBezTo>
                      <a:pt x="1121" y="6941"/>
                      <a:pt x="1402" y="5589"/>
                      <a:pt x="1535" y="4762"/>
                    </a:cubicBezTo>
                    <a:cubicBezTo>
                      <a:pt x="1576" y="4514"/>
                      <a:pt x="1570" y="4262"/>
                      <a:pt x="1520" y="4010"/>
                    </a:cubicBezTo>
                    <a:cubicBezTo>
                      <a:pt x="1156" y="2203"/>
                      <a:pt x="216" y="360"/>
                      <a:pt x="31" y="9"/>
                    </a:cubicBezTo>
                    <a:cubicBezTo>
                      <a:pt x="29" y="3"/>
                      <a:pt x="23" y="0"/>
                      <a:pt x="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9"/>
              <p:cNvSpPr/>
              <p:nvPr/>
            </p:nvSpPr>
            <p:spPr>
              <a:xfrm>
                <a:off x="6944850" y="2916033"/>
                <a:ext cx="304642" cy="1305725"/>
              </a:xfrm>
              <a:custGeom>
                <a:rect b="b" l="l" r="r" t="t"/>
                <a:pathLst>
                  <a:path extrusionOk="0" h="27851" w="6498">
                    <a:moveTo>
                      <a:pt x="18" y="0"/>
                    </a:moveTo>
                    <a:cubicBezTo>
                      <a:pt x="17" y="0"/>
                      <a:pt x="16" y="0"/>
                      <a:pt x="15" y="0"/>
                    </a:cubicBezTo>
                    <a:cubicBezTo>
                      <a:pt x="6" y="3"/>
                      <a:pt x="1" y="11"/>
                      <a:pt x="3" y="20"/>
                    </a:cubicBezTo>
                    <a:cubicBezTo>
                      <a:pt x="10" y="46"/>
                      <a:pt x="695" y="2648"/>
                      <a:pt x="1340" y="5241"/>
                    </a:cubicBezTo>
                    <a:cubicBezTo>
                      <a:pt x="1719" y="6764"/>
                      <a:pt x="2011" y="7986"/>
                      <a:pt x="2207" y="8872"/>
                    </a:cubicBezTo>
                    <a:cubicBezTo>
                      <a:pt x="2537" y="10371"/>
                      <a:pt x="2519" y="10576"/>
                      <a:pt x="2495" y="10594"/>
                    </a:cubicBezTo>
                    <a:cubicBezTo>
                      <a:pt x="2465" y="10615"/>
                      <a:pt x="2440" y="10625"/>
                      <a:pt x="2417" y="10625"/>
                    </a:cubicBezTo>
                    <a:cubicBezTo>
                      <a:pt x="2412" y="10625"/>
                      <a:pt x="2406" y="10624"/>
                      <a:pt x="2401" y="10623"/>
                    </a:cubicBezTo>
                    <a:cubicBezTo>
                      <a:pt x="2351" y="10608"/>
                      <a:pt x="2317" y="10531"/>
                      <a:pt x="2284" y="10450"/>
                    </a:cubicBezTo>
                    <a:cubicBezTo>
                      <a:pt x="2235" y="10340"/>
                      <a:pt x="2182" y="10216"/>
                      <a:pt x="2064" y="10216"/>
                    </a:cubicBezTo>
                    <a:cubicBezTo>
                      <a:pt x="2049" y="10216"/>
                      <a:pt x="2033" y="10218"/>
                      <a:pt x="2016" y="10222"/>
                    </a:cubicBezTo>
                    <a:cubicBezTo>
                      <a:pt x="2008" y="10225"/>
                      <a:pt x="2002" y="10230"/>
                      <a:pt x="1998" y="10241"/>
                    </a:cubicBezTo>
                    <a:cubicBezTo>
                      <a:pt x="1932" y="10365"/>
                      <a:pt x="2141" y="11485"/>
                      <a:pt x="2328" y="12406"/>
                    </a:cubicBezTo>
                    <a:cubicBezTo>
                      <a:pt x="2594" y="13714"/>
                      <a:pt x="2976" y="15408"/>
                      <a:pt x="3404" y="17174"/>
                    </a:cubicBezTo>
                    <a:cubicBezTo>
                      <a:pt x="3916" y="19285"/>
                      <a:pt x="5240" y="24554"/>
                      <a:pt x="6465" y="27839"/>
                    </a:cubicBezTo>
                    <a:cubicBezTo>
                      <a:pt x="6467" y="27846"/>
                      <a:pt x="6473" y="27849"/>
                      <a:pt x="6479" y="27849"/>
                    </a:cubicBezTo>
                    <a:lnTo>
                      <a:pt x="6479" y="27850"/>
                    </a:lnTo>
                    <a:cubicBezTo>
                      <a:pt x="6480" y="27850"/>
                      <a:pt x="6483" y="27849"/>
                      <a:pt x="6485" y="27849"/>
                    </a:cubicBezTo>
                    <a:cubicBezTo>
                      <a:pt x="6493" y="27846"/>
                      <a:pt x="6497" y="27836"/>
                      <a:pt x="6494" y="27829"/>
                    </a:cubicBezTo>
                    <a:cubicBezTo>
                      <a:pt x="5262" y="24522"/>
                      <a:pt x="3930" y="19217"/>
                      <a:pt x="3416" y="17090"/>
                    </a:cubicBezTo>
                    <a:cubicBezTo>
                      <a:pt x="2985" y="15313"/>
                      <a:pt x="2605" y="13620"/>
                      <a:pt x="2343" y="12322"/>
                    </a:cubicBezTo>
                    <a:cubicBezTo>
                      <a:pt x="1964" y="10447"/>
                      <a:pt x="2011" y="10268"/>
                      <a:pt x="2025" y="10253"/>
                    </a:cubicBezTo>
                    <a:cubicBezTo>
                      <a:pt x="2039" y="10249"/>
                      <a:pt x="2052" y="10248"/>
                      <a:pt x="2064" y="10248"/>
                    </a:cubicBezTo>
                    <a:cubicBezTo>
                      <a:pt x="2162" y="10248"/>
                      <a:pt x="2210" y="10358"/>
                      <a:pt x="2255" y="10462"/>
                    </a:cubicBezTo>
                    <a:cubicBezTo>
                      <a:pt x="2293" y="10551"/>
                      <a:pt x="2328" y="10634"/>
                      <a:pt x="2392" y="10652"/>
                    </a:cubicBezTo>
                    <a:cubicBezTo>
                      <a:pt x="2401" y="10655"/>
                      <a:pt x="2410" y="10656"/>
                      <a:pt x="2419" y="10656"/>
                    </a:cubicBezTo>
                    <a:cubicBezTo>
                      <a:pt x="2448" y="10656"/>
                      <a:pt x="2479" y="10644"/>
                      <a:pt x="2513" y="10620"/>
                    </a:cubicBezTo>
                    <a:cubicBezTo>
                      <a:pt x="2554" y="10591"/>
                      <a:pt x="2683" y="10501"/>
                      <a:pt x="1372" y="5240"/>
                    </a:cubicBezTo>
                    <a:cubicBezTo>
                      <a:pt x="727" y="2645"/>
                      <a:pt x="41" y="39"/>
                      <a:pt x="33" y="13"/>
                    </a:cubicBezTo>
                    <a:cubicBezTo>
                      <a:pt x="32" y="5"/>
                      <a:pt x="25" y="0"/>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9"/>
              <p:cNvSpPr/>
              <p:nvPr/>
            </p:nvSpPr>
            <p:spPr>
              <a:xfrm>
                <a:off x="7091310" y="2817017"/>
                <a:ext cx="276654" cy="250868"/>
              </a:xfrm>
              <a:custGeom>
                <a:rect b="b" l="l" r="r" t="t"/>
                <a:pathLst>
                  <a:path extrusionOk="0" h="5351" w="5901">
                    <a:moveTo>
                      <a:pt x="19" y="1"/>
                    </a:moveTo>
                    <a:cubicBezTo>
                      <a:pt x="14" y="1"/>
                      <a:pt x="10" y="2"/>
                      <a:pt x="7" y="6"/>
                    </a:cubicBezTo>
                    <a:cubicBezTo>
                      <a:pt x="0" y="12"/>
                      <a:pt x="0" y="21"/>
                      <a:pt x="8" y="27"/>
                    </a:cubicBezTo>
                    <a:cubicBezTo>
                      <a:pt x="56" y="73"/>
                      <a:pt x="4793" y="4598"/>
                      <a:pt x="5874" y="5347"/>
                    </a:cubicBezTo>
                    <a:cubicBezTo>
                      <a:pt x="5877" y="5351"/>
                      <a:pt x="5881" y="5351"/>
                      <a:pt x="5884" y="5351"/>
                    </a:cubicBezTo>
                    <a:cubicBezTo>
                      <a:pt x="5888" y="5351"/>
                      <a:pt x="5893" y="5349"/>
                      <a:pt x="5896" y="5344"/>
                    </a:cubicBezTo>
                    <a:cubicBezTo>
                      <a:pt x="5900" y="5337"/>
                      <a:pt x="5899" y="5328"/>
                      <a:pt x="5891" y="5323"/>
                    </a:cubicBezTo>
                    <a:cubicBezTo>
                      <a:pt x="4813" y="4575"/>
                      <a:pt x="77" y="50"/>
                      <a:pt x="30" y="4"/>
                    </a:cubicBezTo>
                    <a:cubicBezTo>
                      <a:pt x="27" y="2"/>
                      <a:pt x="23" y="1"/>
                      <a:pt x="1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9"/>
              <p:cNvSpPr/>
              <p:nvPr/>
            </p:nvSpPr>
            <p:spPr>
              <a:xfrm>
                <a:off x="7442460" y="3309518"/>
                <a:ext cx="88702" cy="130005"/>
              </a:xfrm>
              <a:custGeom>
                <a:rect b="b" l="l" r="r" t="t"/>
                <a:pathLst>
                  <a:path extrusionOk="0" h="2773" w="1892">
                    <a:moveTo>
                      <a:pt x="1805" y="1"/>
                    </a:moveTo>
                    <a:cubicBezTo>
                      <a:pt x="1797" y="1"/>
                      <a:pt x="1791" y="8"/>
                      <a:pt x="1791" y="18"/>
                    </a:cubicBezTo>
                    <a:cubicBezTo>
                      <a:pt x="1792" y="27"/>
                      <a:pt x="1860" y="1022"/>
                      <a:pt x="1717" y="1403"/>
                    </a:cubicBezTo>
                    <a:cubicBezTo>
                      <a:pt x="1577" y="1784"/>
                      <a:pt x="25" y="2734"/>
                      <a:pt x="10" y="2744"/>
                    </a:cubicBezTo>
                    <a:cubicBezTo>
                      <a:pt x="2" y="2748"/>
                      <a:pt x="0" y="2757"/>
                      <a:pt x="5" y="2765"/>
                    </a:cubicBezTo>
                    <a:cubicBezTo>
                      <a:pt x="7" y="2770"/>
                      <a:pt x="13" y="2773"/>
                      <a:pt x="17" y="2773"/>
                    </a:cubicBezTo>
                    <a:cubicBezTo>
                      <a:pt x="20" y="2773"/>
                      <a:pt x="23" y="2771"/>
                      <a:pt x="26" y="2770"/>
                    </a:cubicBezTo>
                    <a:cubicBezTo>
                      <a:pt x="91" y="2731"/>
                      <a:pt x="1603" y="1805"/>
                      <a:pt x="1746" y="1415"/>
                    </a:cubicBezTo>
                    <a:cubicBezTo>
                      <a:pt x="1892" y="1027"/>
                      <a:pt x="1824" y="56"/>
                      <a:pt x="1821" y="15"/>
                    </a:cubicBezTo>
                    <a:cubicBezTo>
                      <a:pt x="1821" y="7"/>
                      <a:pt x="1814" y="1"/>
                      <a:pt x="18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9"/>
              <p:cNvSpPr/>
              <p:nvPr/>
            </p:nvSpPr>
            <p:spPr>
              <a:xfrm>
                <a:off x="7226942" y="3492594"/>
                <a:ext cx="77919" cy="104829"/>
              </a:xfrm>
              <a:custGeom>
                <a:rect b="b" l="l" r="r" t="t"/>
                <a:pathLst>
                  <a:path extrusionOk="0" h="2236" w="1662">
                    <a:moveTo>
                      <a:pt x="1648" y="1"/>
                    </a:moveTo>
                    <a:cubicBezTo>
                      <a:pt x="1639" y="1"/>
                      <a:pt x="1631" y="7"/>
                      <a:pt x="1631" y="16"/>
                    </a:cubicBezTo>
                    <a:cubicBezTo>
                      <a:pt x="1631" y="19"/>
                      <a:pt x="1607" y="337"/>
                      <a:pt x="1394" y="763"/>
                    </a:cubicBezTo>
                    <a:cubicBezTo>
                      <a:pt x="1200" y="1158"/>
                      <a:pt x="801" y="1728"/>
                      <a:pt x="9" y="2207"/>
                    </a:cubicBezTo>
                    <a:cubicBezTo>
                      <a:pt x="2" y="2211"/>
                      <a:pt x="0" y="2220"/>
                      <a:pt x="5" y="2228"/>
                    </a:cubicBezTo>
                    <a:cubicBezTo>
                      <a:pt x="6" y="2233"/>
                      <a:pt x="12" y="2236"/>
                      <a:pt x="17" y="2236"/>
                    </a:cubicBezTo>
                    <a:cubicBezTo>
                      <a:pt x="20" y="2236"/>
                      <a:pt x="23" y="2236"/>
                      <a:pt x="26" y="2234"/>
                    </a:cubicBezTo>
                    <a:cubicBezTo>
                      <a:pt x="824" y="1751"/>
                      <a:pt x="1226" y="1175"/>
                      <a:pt x="1423" y="776"/>
                    </a:cubicBezTo>
                    <a:cubicBezTo>
                      <a:pt x="1638" y="345"/>
                      <a:pt x="1662" y="20"/>
                      <a:pt x="1662" y="17"/>
                    </a:cubicBezTo>
                    <a:cubicBezTo>
                      <a:pt x="1662" y="10"/>
                      <a:pt x="1656" y="2"/>
                      <a:pt x="16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9"/>
              <p:cNvSpPr/>
              <p:nvPr/>
            </p:nvSpPr>
            <p:spPr>
              <a:xfrm>
                <a:off x="6885731" y="3496767"/>
                <a:ext cx="115190" cy="359354"/>
              </a:xfrm>
              <a:custGeom>
                <a:rect b="b" l="l" r="r" t="t"/>
                <a:pathLst>
                  <a:path extrusionOk="0" h="7665" w="2457">
                    <a:moveTo>
                      <a:pt x="287" y="0"/>
                    </a:moveTo>
                    <a:cubicBezTo>
                      <a:pt x="279" y="2"/>
                      <a:pt x="270" y="3"/>
                      <a:pt x="262" y="5"/>
                    </a:cubicBezTo>
                    <a:cubicBezTo>
                      <a:pt x="105" y="38"/>
                      <a:pt x="1" y="188"/>
                      <a:pt x="25" y="347"/>
                    </a:cubicBezTo>
                    <a:cubicBezTo>
                      <a:pt x="189" y="1390"/>
                      <a:pt x="854" y="5523"/>
                      <a:pt x="1409" y="7643"/>
                    </a:cubicBezTo>
                    <a:cubicBezTo>
                      <a:pt x="1479" y="7658"/>
                      <a:pt x="1554" y="7665"/>
                      <a:pt x="1633" y="7665"/>
                    </a:cubicBezTo>
                    <a:cubicBezTo>
                      <a:pt x="1891" y="7665"/>
                      <a:pt x="2186" y="7590"/>
                      <a:pt x="2456" y="7470"/>
                    </a:cubicBezTo>
                    <a:cubicBezTo>
                      <a:pt x="1727" y="4969"/>
                      <a:pt x="949" y="2295"/>
                      <a:pt x="2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9"/>
              <p:cNvSpPr/>
              <p:nvPr/>
            </p:nvSpPr>
            <p:spPr>
              <a:xfrm>
                <a:off x="7195249" y="3675717"/>
                <a:ext cx="59963" cy="252275"/>
              </a:xfrm>
              <a:custGeom>
                <a:rect b="b" l="l" r="r" t="t"/>
                <a:pathLst>
                  <a:path extrusionOk="0" h="5381" w="1279">
                    <a:moveTo>
                      <a:pt x="18" y="1"/>
                    </a:moveTo>
                    <a:cubicBezTo>
                      <a:pt x="16" y="1"/>
                      <a:pt x="15" y="1"/>
                      <a:pt x="14" y="1"/>
                    </a:cubicBezTo>
                    <a:cubicBezTo>
                      <a:pt x="6" y="2"/>
                      <a:pt x="0" y="12"/>
                      <a:pt x="3" y="19"/>
                    </a:cubicBezTo>
                    <a:cubicBezTo>
                      <a:pt x="13" y="60"/>
                      <a:pt x="976" y="4217"/>
                      <a:pt x="1246" y="5369"/>
                    </a:cubicBezTo>
                    <a:cubicBezTo>
                      <a:pt x="1248" y="5375"/>
                      <a:pt x="1254" y="5381"/>
                      <a:pt x="1260" y="5381"/>
                    </a:cubicBezTo>
                    <a:cubicBezTo>
                      <a:pt x="1262" y="5381"/>
                      <a:pt x="1263" y="5381"/>
                      <a:pt x="1265" y="5379"/>
                    </a:cubicBezTo>
                    <a:cubicBezTo>
                      <a:pt x="1272" y="5378"/>
                      <a:pt x="1278" y="5370"/>
                      <a:pt x="1275" y="5361"/>
                    </a:cubicBezTo>
                    <a:cubicBezTo>
                      <a:pt x="1005" y="4210"/>
                      <a:pt x="43" y="54"/>
                      <a:pt x="32" y="12"/>
                    </a:cubicBezTo>
                    <a:cubicBezTo>
                      <a:pt x="31" y="5"/>
                      <a:pt x="25" y="1"/>
                      <a:pt x="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9"/>
              <p:cNvSpPr/>
              <p:nvPr/>
            </p:nvSpPr>
            <p:spPr>
              <a:xfrm>
                <a:off x="7140959" y="4249090"/>
                <a:ext cx="179982" cy="250212"/>
              </a:xfrm>
              <a:custGeom>
                <a:rect b="b" l="l" r="r" t="t"/>
                <a:pathLst>
                  <a:path extrusionOk="0" h="5337" w="3839">
                    <a:moveTo>
                      <a:pt x="1" y="93"/>
                    </a:moveTo>
                    <a:lnTo>
                      <a:pt x="1" y="95"/>
                    </a:lnTo>
                    <a:cubicBezTo>
                      <a:pt x="1" y="95"/>
                      <a:pt x="1" y="95"/>
                      <a:pt x="1" y="95"/>
                    </a:cubicBezTo>
                    <a:lnTo>
                      <a:pt x="1" y="95"/>
                    </a:lnTo>
                    <a:cubicBezTo>
                      <a:pt x="1" y="95"/>
                      <a:pt x="1" y="94"/>
                      <a:pt x="1" y="93"/>
                    </a:cubicBezTo>
                    <a:close/>
                    <a:moveTo>
                      <a:pt x="2857" y="0"/>
                    </a:moveTo>
                    <a:cubicBezTo>
                      <a:pt x="2257" y="85"/>
                      <a:pt x="1505" y="108"/>
                      <a:pt x="869" y="108"/>
                    </a:cubicBezTo>
                    <a:cubicBezTo>
                      <a:pt x="535" y="108"/>
                      <a:pt x="233" y="102"/>
                      <a:pt x="1" y="95"/>
                    </a:cubicBezTo>
                    <a:lnTo>
                      <a:pt x="1" y="95"/>
                    </a:lnTo>
                    <a:cubicBezTo>
                      <a:pt x="40" y="228"/>
                      <a:pt x="85" y="385"/>
                      <a:pt x="139" y="561"/>
                    </a:cubicBezTo>
                    <a:cubicBezTo>
                      <a:pt x="565" y="1982"/>
                      <a:pt x="1427" y="4643"/>
                      <a:pt x="1611" y="5206"/>
                    </a:cubicBezTo>
                    <a:cubicBezTo>
                      <a:pt x="2012" y="5299"/>
                      <a:pt x="2329" y="5337"/>
                      <a:pt x="2582" y="5337"/>
                    </a:cubicBezTo>
                    <a:cubicBezTo>
                      <a:pt x="3727" y="5337"/>
                      <a:pt x="3559" y="4559"/>
                      <a:pt x="3838" y="4535"/>
                    </a:cubicBezTo>
                    <a:cubicBezTo>
                      <a:pt x="3482" y="3301"/>
                      <a:pt x="3094" y="1288"/>
                      <a:pt x="2920" y="344"/>
                    </a:cubicBezTo>
                    <a:cubicBezTo>
                      <a:pt x="2894" y="204"/>
                      <a:pt x="2872" y="87"/>
                      <a:pt x="2857"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9"/>
              <p:cNvSpPr/>
              <p:nvPr/>
            </p:nvSpPr>
            <p:spPr>
              <a:xfrm>
                <a:off x="7140959" y="4249090"/>
                <a:ext cx="136897" cy="29864"/>
              </a:xfrm>
              <a:custGeom>
                <a:rect b="b" l="l" r="r" t="t"/>
                <a:pathLst>
                  <a:path extrusionOk="0" h="637" w="2920">
                    <a:moveTo>
                      <a:pt x="2857" y="0"/>
                    </a:moveTo>
                    <a:cubicBezTo>
                      <a:pt x="2262" y="85"/>
                      <a:pt x="1519" y="108"/>
                      <a:pt x="887" y="108"/>
                    </a:cubicBezTo>
                    <a:cubicBezTo>
                      <a:pt x="545" y="108"/>
                      <a:pt x="236" y="101"/>
                      <a:pt x="1" y="93"/>
                    </a:cubicBezTo>
                    <a:lnTo>
                      <a:pt x="1" y="93"/>
                    </a:lnTo>
                    <a:cubicBezTo>
                      <a:pt x="39" y="226"/>
                      <a:pt x="85" y="384"/>
                      <a:pt x="139" y="561"/>
                    </a:cubicBezTo>
                    <a:cubicBezTo>
                      <a:pt x="575" y="615"/>
                      <a:pt x="952" y="637"/>
                      <a:pt x="1276" y="637"/>
                    </a:cubicBezTo>
                    <a:cubicBezTo>
                      <a:pt x="2270" y="637"/>
                      <a:pt x="2756" y="433"/>
                      <a:pt x="2920" y="344"/>
                    </a:cubicBezTo>
                    <a:cubicBezTo>
                      <a:pt x="2894" y="204"/>
                      <a:pt x="2872" y="87"/>
                      <a:pt x="2857"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9"/>
              <p:cNvSpPr/>
              <p:nvPr/>
            </p:nvSpPr>
            <p:spPr>
              <a:xfrm>
                <a:off x="7203407" y="4461562"/>
                <a:ext cx="350119" cy="145570"/>
              </a:xfrm>
              <a:custGeom>
                <a:rect b="b" l="l" r="r" t="t"/>
                <a:pathLst>
                  <a:path extrusionOk="0" h="3105" w="7468">
                    <a:moveTo>
                      <a:pt x="2573" y="0"/>
                    </a:moveTo>
                    <a:cubicBezTo>
                      <a:pt x="2551" y="0"/>
                      <a:pt x="2529" y="1"/>
                      <a:pt x="2506" y="3"/>
                    </a:cubicBezTo>
                    <a:cubicBezTo>
                      <a:pt x="2227" y="25"/>
                      <a:pt x="2395" y="805"/>
                      <a:pt x="1250" y="805"/>
                    </a:cubicBezTo>
                    <a:cubicBezTo>
                      <a:pt x="997" y="805"/>
                      <a:pt x="679" y="767"/>
                      <a:pt x="279" y="674"/>
                    </a:cubicBezTo>
                    <a:cubicBezTo>
                      <a:pt x="272" y="673"/>
                      <a:pt x="265" y="672"/>
                      <a:pt x="258" y="672"/>
                    </a:cubicBezTo>
                    <a:cubicBezTo>
                      <a:pt x="104" y="672"/>
                      <a:pt x="0" y="973"/>
                      <a:pt x="30" y="1419"/>
                    </a:cubicBezTo>
                    <a:cubicBezTo>
                      <a:pt x="48" y="1697"/>
                      <a:pt x="42" y="2240"/>
                      <a:pt x="34" y="2636"/>
                    </a:cubicBezTo>
                    <a:cubicBezTo>
                      <a:pt x="30" y="2905"/>
                      <a:pt x="24" y="3105"/>
                      <a:pt x="24" y="3105"/>
                    </a:cubicBezTo>
                    <a:lnTo>
                      <a:pt x="6897" y="3105"/>
                    </a:lnTo>
                    <a:cubicBezTo>
                      <a:pt x="7205" y="3105"/>
                      <a:pt x="7402" y="2882"/>
                      <a:pt x="7437" y="2636"/>
                    </a:cubicBezTo>
                    <a:cubicBezTo>
                      <a:pt x="7468" y="2431"/>
                      <a:pt x="7387" y="2209"/>
                      <a:pt x="7165" y="2084"/>
                    </a:cubicBezTo>
                    <a:cubicBezTo>
                      <a:pt x="7116" y="2058"/>
                      <a:pt x="7064" y="2032"/>
                      <a:pt x="7004" y="2009"/>
                    </a:cubicBezTo>
                    <a:cubicBezTo>
                      <a:pt x="6138" y="1672"/>
                      <a:pt x="5284" y="1628"/>
                      <a:pt x="3970" y="887"/>
                    </a:cubicBezTo>
                    <a:cubicBezTo>
                      <a:pt x="3222" y="464"/>
                      <a:pt x="3052" y="0"/>
                      <a:pt x="257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9"/>
              <p:cNvSpPr/>
              <p:nvPr/>
            </p:nvSpPr>
            <p:spPr>
              <a:xfrm>
                <a:off x="7073120" y="2371352"/>
                <a:ext cx="32865" cy="31927"/>
              </a:xfrm>
              <a:custGeom>
                <a:rect b="b" l="l" r="r" t="t"/>
                <a:pathLst>
                  <a:path extrusionOk="0" h="681" w="701">
                    <a:moveTo>
                      <a:pt x="444" y="1"/>
                    </a:moveTo>
                    <a:cubicBezTo>
                      <a:pt x="309" y="16"/>
                      <a:pt x="161" y="28"/>
                      <a:pt x="0" y="36"/>
                    </a:cubicBezTo>
                    <a:cubicBezTo>
                      <a:pt x="153" y="239"/>
                      <a:pt x="263" y="471"/>
                      <a:pt x="343" y="681"/>
                    </a:cubicBezTo>
                    <a:cubicBezTo>
                      <a:pt x="465" y="630"/>
                      <a:pt x="586" y="580"/>
                      <a:pt x="700" y="530"/>
                    </a:cubicBezTo>
                    <a:cubicBezTo>
                      <a:pt x="636" y="360"/>
                      <a:pt x="552" y="176"/>
                      <a:pt x="4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9"/>
              <p:cNvSpPr/>
              <p:nvPr/>
            </p:nvSpPr>
            <p:spPr>
              <a:xfrm>
                <a:off x="6838801" y="2423532"/>
                <a:ext cx="29302" cy="55603"/>
              </a:xfrm>
              <a:custGeom>
                <a:rect b="b" l="l" r="r" t="t"/>
                <a:pathLst>
                  <a:path extrusionOk="0" h="1186" w="625">
                    <a:moveTo>
                      <a:pt x="338" y="1"/>
                    </a:moveTo>
                    <a:cubicBezTo>
                      <a:pt x="243" y="100"/>
                      <a:pt x="121" y="227"/>
                      <a:pt x="0" y="343"/>
                    </a:cubicBezTo>
                    <a:cubicBezTo>
                      <a:pt x="46" y="580"/>
                      <a:pt x="121" y="875"/>
                      <a:pt x="240" y="1185"/>
                    </a:cubicBezTo>
                    <a:lnTo>
                      <a:pt x="624" y="1101"/>
                    </a:lnTo>
                    <a:cubicBezTo>
                      <a:pt x="450" y="659"/>
                      <a:pt x="372" y="244"/>
                      <a:pt x="3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9"/>
              <p:cNvSpPr/>
              <p:nvPr/>
            </p:nvSpPr>
            <p:spPr>
              <a:xfrm>
                <a:off x="6711562" y="2357522"/>
                <a:ext cx="480264" cy="145617"/>
              </a:xfrm>
              <a:custGeom>
                <a:rect b="b" l="l" r="r" t="t"/>
                <a:pathLst>
                  <a:path extrusionOk="0" h="3106" w="10244">
                    <a:moveTo>
                      <a:pt x="10057" y="0"/>
                    </a:moveTo>
                    <a:cubicBezTo>
                      <a:pt x="10053" y="5"/>
                      <a:pt x="10050" y="10"/>
                      <a:pt x="10045" y="13"/>
                    </a:cubicBezTo>
                    <a:cubicBezTo>
                      <a:pt x="9666" y="271"/>
                      <a:pt x="8399" y="881"/>
                      <a:pt x="6767" y="1479"/>
                    </a:cubicBezTo>
                    <a:cubicBezTo>
                      <a:pt x="6636" y="1526"/>
                      <a:pt x="6503" y="1575"/>
                      <a:pt x="6368" y="1621"/>
                    </a:cubicBezTo>
                    <a:cubicBezTo>
                      <a:pt x="6341" y="1632"/>
                      <a:pt x="6313" y="1641"/>
                      <a:pt x="6286" y="1650"/>
                    </a:cubicBezTo>
                    <a:cubicBezTo>
                      <a:pt x="6128" y="1705"/>
                      <a:pt x="5966" y="1760"/>
                      <a:pt x="5803" y="1815"/>
                    </a:cubicBezTo>
                    <a:cubicBezTo>
                      <a:pt x="5783" y="1821"/>
                      <a:pt x="5764" y="1827"/>
                      <a:pt x="5744" y="1834"/>
                    </a:cubicBezTo>
                    <a:cubicBezTo>
                      <a:pt x="5703" y="1847"/>
                      <a:pt x="5660" y="1861"/>
                      <a:pt x="5619" y="1875"/>
                    </a:cubicBezTo>
                    <a:cubicBezTo>
                      <a:pt x="5563" y="1893"/>
                      <a:pt x="5504" y="1912"/>
                      <a:pt x="5448" y="1930"/>
                    </a:cubicBezTo>
                    <a:cubicBezTo>
                      <a:pt x="3739" y="2471"/>
                      <a:pt x="1818" y="2916"/>
                      <a:pt x="150" y="2939"/>
                    </a:cubicBezTo>
                    <a:cubicBezTo>
                      <a:pt x="149" y="2939"/>
                      <a:pt x="148" y="2939"/>
                      <a:pt x="148" y="2939"/>
                    </a:cubicBezTo>
                    <a:cubicBezTo>
                      <a:pt x="100" y="2939"/>
                      <a:pt x="63" y="2900"/>
                      <a:pt x="63" y="2852"/>
                    </a:cubicBezTo>
                    <a:cubicBezTo>
                      <a:pt x="42" y="2901"/>
                      <a:pt x="20" y="2950"/>
                      <a:pt x="0" y="2999"/>
                    </a:cubicBezTo>
                    <a:cubicBezTo>
                      <a:pt x="26" y="3034"/>
                      <a:pt x="52" y="3070"/>
                      <a:pt x="78" y="3106"/>
                    </a:cubicBezTo>
                    <a:cubicBezTo>
                      <a:pt x="2682" y="3041"/>
                      <a:pt x="5066" y="2379"/>
                      <a:pt x="6879" y="1682"/>
                    </a:cubicBezTo>
                    <a:cubicBezTo>
                      <a:pt x="8657" y="999"/>
                      <a:pt x="9889" y="283"/>
                      <a:pt x="10244" y="66"/>
                    </a:cubicBezTo>
                    <a:cubicBezTo>
                      <a:pt x="10172" y="40"/>
                      <a:pt x="10106" y="17"/>
                      <a:pt x="100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9"/>
              <p:cNvSpPr/>
              <p:nvPr/>
            </p:nvSpPr>
            <p:spPr>
              <a:xfrm>
                <a:off x="7009688" y="1575475"/>
                <a:ext cx="203236" cy="446743"/>
              </a:xfrm>
              <a:custGeom>
                <a:rect b="b" l="l" r="r" t="t"/>
                <a:pathLst>
                  <a:path extrusionOk="0" h="9529" w="4335">
                    <a:moveTo>
                      <a:pt x="102" y="1"/>
                    </a:moveTo>
                    <a:cubicBezTo>
                      <a:pt x="44" y="1"/>
                      <a:pt x="0" y="24"/>
                      <a:pt x="0" y="24"/>
                    </a:cubicBezTo>
                    <a:cubicBezTo>
                      <a:pt x="275" y="801"/>
                      <a:pt x="1136" y="3290"/>
                      <a:pt x="1297" y="4637"/>
                    </a:cubicBezTo>
                    <a:cubicBezTo>
                      <a:pt x="1387" y="5386"/>
                      <a:pt x="1674" y="7384"/>
                      <a:pt x="1884" y="9349"/>
                    </a:cubicBezTo>
                    <a:cubicBezTo>
                      <a:pt x="1933" y="9395"/>
                      <a:pt x="1988" y="9444"/>
                      <a:pt x="2046" y="9497"/>
                    </a:cubicBezTo>
                    <a:cubicBezTo>
                      <a:pt x="2068" y="9518"/>
                      <a:pt x="2097" y="9528"/>
                      <a:pt x="2126" y="9528"/>
                    </a:cubicBezTo>
                    <a:cubicBezTo>
                      <a:pt x="2147" y="9528"/>
                      <a:pt x="2168" y="9523"/>
                      <a:pt x="2186" y="9511"/>
                    </a:cubicBezTo>
                    <a:cubicBezTo>
                      <a:pt x="2231" y="9485"/>
                      <a:pt x="2272" y="9456"/>
                      <a:pt x="2313" y="9429"/>
                    </a:cubicBezTo>
                    <a:cubicBezTo>
                      <a:pt x="3414" y="8672"/>
                      <a:pt x="3481" y="7435"/>
                      <a:pt x="3558" y="6389"/>
                    </a:cubicBezTo>
                    <a:cubicBezTo>
                      <a:pt x="3570" y="6206"/>
                      <a:pt x="3584" y="6028"/>
                      <a:pt x="3604" y="5860"/>
                    </a:cubicBezTo>
                    <a:cubicBezTo>
                      <a:pt x="3611" y="5799"/>
                      <a:pt x="3619" y="5744"/>
                      <a:pt x="3627" y="5692"/>
                    </a:cubicBezTo>
                    <a:cubicBezTo>
                      <a:pt x="3699" y="5244"/>
                      <a:pt x="3813" y="5126"/>
                      <a:pt x="3915" y="5126"/>
                    </a:cubicBezTo>
                    <a:cubicBezTo>
                      <a:pt x="4027" y="5126"/>
                      <a:pt x="4122" y="5270"/>
                      <a:pt x="4128" y="5278"/>
                    </a:cubicBezTo>
                    <a:cubicBezTo>
                      <a:pt x="4128" y="5278"/>
                      <a:pt x="4334" y="4957"/>
                      <a:pt x="4128" y="4590"/>
                    </a:cubicBezTo>
                    <a:cubicBezTo>
                      <a:pt x="3949" y="4272"/>
                      <a:pt x="3336" y="4251"/>
                      <a:pt x="3179" y="4251"/>
                    </a:cubicBezTo>
                    <a:cubicBezTo>
                      <a:pt x="3155" y="4251"/>
                      <a:pt x="3142" y="4252"/>
                      <a:pt x="3142" y="4252"/>
                    </a:cubicBezTo>
                    <a:cubicBezTo>
                      <a:pt x="3142" y="4252"/>
                      <a:pt x="3105" y="3064"/>
                      <a:pt x="2856" y="2422"/>
                    </a:cubicBezTo>
                    <a:cubicBezTo>
                      <a:pt x="2607" y="1778"/>
                      <a:pt x="630" y="391"/>
                      <a:pt x="317" y="180"/>
                    </a:cubicBezTo>
                    <a:cubicBezTo>
                      <a:pt x="259" y="34"/>
                      <a:pt x="171" y="1"/>
                      <a:pt x="10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9"/>
              <p:cNvSpPr/>
              <p:nvPr/>
            </p:nvSpPr>
            <p:spPr>
              <a:xfrm>
                <a:off x="7106500" y="1766943"/>
                <a:ext cx="96390" cy="22597"/>
              </a:xfrm>
              <a:custGeom>
                <a:rect b="b" l="l" r="r" t="t"/>
                <a:pathLst>
                  <a:path extrusionOk="0" h="482" w="2056">
                    <a:moveTo>
                      <a:pt x="19" y="1"/>
                    </a:moveTo>
                    <a:cubicBezTo>
                      <a:pt x="14" y="1"/>
                      <a:pt x="8" y="4"/>
                      <a:pt x="5" y="9"/>
                    </a:cubicBezTo>
                    <a:cubicBezTo>
                      <a:pt x="1" y="16"/>
                      <a:pt x="4" y="26"/>
                      <a:pt x="11" y="30"/>
                    </a:cubicBezTo>
                    <a:cubicBezTo>
                      <a:pt x="22" y="36"/>
                      <a:pt x="285" y="177"/>
                      <a:pt x="1078" y="183"/>
                    </a:cubicBezTo>
                    <a:cubicBezTo>
                      <a:pt x="1855" y="189"/>
                      <a:pt x="2022" y="471"/>
                      <a:pt x="2023" y="474"/>
                    </a:cubicBezTo>
                    <a:cubicBezTo>
                      <a:pt x="2026" y="478"/>
                      <a:pt x="2032" y="481"/>
                      <a:pt x="2037" y="481"/>
                    </a:cubicBezTo>
                    <a:cubicBezTo>
                      <a:pt x="2040" y="481"/>
                      <a:pt x="2042" y="481"/>
                      <a:pt x="2045" y="480"/>
                    </a:cubicBezTo>
                    <a:cubicBezTo>
                      <a:pt x="2052" y="475"/>
                      <a:pt x="2055" y="466"/>
                      <a:pt x="2051" y="458"/>
                    </a:cubicBezTo>
                    <a:cubicBezTo>
                      <a:pt x="2045" y="446"/>
                      <a:pt x="1877" y="159"/>
                      <a:pt x="1078" y="152"/>
                    </a:cubicBezTo>
                    <a:cubicBezTo>
                      <a:pt x="294" y="146"/>
                      <a:pt x="28" y="4"/>
                      <a:pt x="27" y="3"/>
                    </a:cubicBezTo>
                    <a:cubicBezTo>
                      <a:pt x="24" y="1"/>
                      <a:pt x="22" y="1"/>
                      <a:pt x="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9"/>
              <p:cNvSpPr/>
              <p:nvPr/>
            </p:nvSpPr>
            <p:spPr>
              <a:xfrm>
                <a:off x="7105094" y="1807074"/>
                <a:ext cx="29630" cy="161229"/>
              </a:xfrm>
              <a:custGeom>
                <a:rect b="b" l="l" r="r" t="t"/>
                <a:pathLst>
                  <a:path extrusionOk="0" h="3439" w="632">
                    <a:moveTo>
                      <a:pt x="614" y="1"/>
                    </a:moveTo>
                    <a:cubicBezTo>
                      <a:pt x="609" y="1"/>
                      <a:pt x="604" y="3"/>
                      <a:pt x="601" y="7"/>
                    </a:cubicBezTo>
                    <a:cubicBezTo>
                      <a:pt x="599" y="10"/>
                      <a:pt x="434" y="270"/>
                      <a:pt x="286" y="819"/>
                    </a:cubicBezTo>
                    <a:cubicBezTo>
                      <a:pt x="150" y="1325"/>
                      <a:pt x="0" y="2188"/>
                      <a:pt x="60" y="3423"/>
                    </a:cubicBezTo>
                    <a:cubicBezTo>
                      <a:pt x="60" y="3432"/>
                      <a:pt x="67" y="3438"/>
                      <a:pt x="75" y="3438"/>
                    </a:cubicBezTo>
                    <a:lnTo>
                      <a:pt x="76" y="3438"/>
                    </a:lnTo>
                    <a:cubicBezTo>
                      <a:pt x="84" y="3438"/>
                      <a:pt x="92" y="3431"/>
                      <a:pt x="90" y="3421"/>
                    </a:cubicBezTo>
                    <a:cubicBezTo>
                      <a:pt x="31" y="2191"/>
                      <a:pt x="179" y="1331"/>
                      <a:pt x="315" y="828"/>
                    </a:cubicBezTo>
                    <a:cubicBezTo>
                      <a:pt x="462" y="283"/>
                      <a:pt x="625" y="27"/>
                      <a:pt x="627" y="24"/>
                    </a:cubicBezTo>
                    <a:cubicBezTo>
                      <a:pt x="631" y="17"/>
                      <a:pt x="628" y="7"/>
                      <a:pt x="622" y="3"/>
                    </a:cubicBezTo>
                    <a:cubicBezTo>
                      <a:pt x="620" y="1"/>
                      <a:pt x="617" y="1"/>
                      <a:pt x="6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9"/>
              <p:cNvSpPr/>
              <p:nvPr/>
            </p:nvSpPr>
            <p:spPr>
              <a:xfrm>
                <a:off x="7094686" y="1777492"/>
                <a:ext cx="9517" cy="187014"/>
              </a:xfrm>
              <a:custGeom>
                <a:rect b="b" l="l" r="r" t="t"/>
                <a:pathLst>
                  <a:path extrusionOk="0" h="3989" w="203">
                    <a:moveTo>
                      <a:pt x="100" y="1"/>
                    </a:moveTo>
                    <a:cubicBezTo>
                      <a:pt x="92" y="1"/>
                      <a:pt x="84" y="7"/>
                      <a:pt x="84" y="16"/>
                    </a:cubicBezTo>
                    <a:cubicBezTo>
                      <a:pt x="83" y="39"/>
                      <a:pt x="0" y="2340"/>
                      <a:pt x="170" y="3974"/>
                    </a:cubicBezTo>
                    <a:cubicBezTo>
                      <a:pt x="170" y="3982"/>
                      <a:pt x="178" y="3988"/>
                      <a:pt x="185" y="3988"/>
                    </a:cubicBezTo>
                    <a:lnTo>
                      <a:pt x="187" y="3988"/>
                    </a:lnTo>
                    <a:cubicBezTo>
                      <a:pt x="196" y="3988"/>
                      <a:pt x="202" y="3981"/>
                      <a:pt x="201" y="3971"/>
                    </a:cubicBezTo>
                    <a:cubicBezTo>
                      <a:pt x="31" y="2339"/>
                      <a:pt x="115" y="41"/>
                      <a:pt x="115" y="18"/>
                    </a:cubicBezTo>
                    <a:cubicBezTo>
                      <a:pt x="115" y="9"/>
                      <a:pt x="109" y="1"/>
                      <a:pt x="10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9"/>
              <p:cNvSpPr/>
              <p:nvPr/>
            </p:nvSpPr>
            <p:spPr>
              <a:xfrm>
                <a:off x="7148413" y="1626717"/>
                <a:ext cx="245946" cy="471075"/>
              </a:xfrm>
              <a:custGeom>
                <a:rect b="b" l="l" r="r" t="t"/>
                <a:pathLst>
                  <a:path extrusionOk="0" h="10048" w="5246">
                    <a:moveTo>
                      <a:pt x="3507" y="0"/>
                    </a:moveTo>
                    <a:cubicBezTo>
                      <a:pt x="3468" y="138"/>
                      <a:pt x="3426" y="295"/>
                      <a:pt x="3378" y="470"/>
                    </a:cubicBezTo>
                    <a:cubicBezTo>
                      <a:pt x="3005" y="1826"/>
                      <a:pt x="2352" y="4128"/>
                      <a:pt x="1976" y="5091"/>
                    </a:cubicBezTo>
                    <a:cubicBezTo>
                      <a:pt x="1863" y="5382"/>
                      <a:pt x="1701" y="5672"/>
                      <a:pt x="1527" y="5967"/>
                    </a:cubicBezTo>
                    <a:cubicBezTo>
                      <a:pt x="859" y="7097"/>
                      <a:pt x="1" y="8279"/>
                      <a:pt x="921" y="9681"/>
                    </a:cubicBezTo>
                    <a:lnTo>
                      <a:pt x="923" y="9681"/>
                    </a:lnTo>
                    <a:cubicBezTo>
                      <a:pt x="1173" y="9969"/>
                      <a:pt x="1577" y="10048"/>
                      <a:pt x="1944" y="10048"/>
                    </a:cubicBezTo>
                    <a:cubicBezTo>
                      <a:pt x="2117" y="10048"/>
                      <a:pt x="2281" y="10031"/>
                      <a:pt x="2417" y="10010"/>
                    </a:cubicBezTo>
                    <a:cubicBezTo>
                      <a:pt x="2634" y="9976"/>
                      <a:pt x="2817" y="9829"/>
                      <a:pt x="2900" y="9626"/>
                    </a:cubicBezTo>
                    <a:cubicBezTo>
                      <a:pt x="3279" y="8681"/>
                      <a:pt x="4419" y="5600"/>
                      <a:pt x="5202" y="873"/>
                    </a:cubicBezTo>
                    <a:cubicBezTo>
                      <a:pt x="5216" y="788"/>
                      <a:pt x="5230" y="699"/>
                      <a:pt x="5245" y="612"/>
                    </a:cubicBezTo>
                    <a:lnTo>
                      <a:pt x="3507" y="0"/>
                    </a:ln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9"/>
              <p:cNvSpPr/>
              <p:nvPr/>
            </p:nvSpPr>
            <p:spPr>
              <a:xfrm>
                <a:off x="7118174" y="1842283"/>
                <a:ext cx="101923" cy="238304"/>
              </a:xfrm>
              <a:custGeom>
                <a:rect b="b" l="l" r="r" t="t"/>
                <a:pathLst>
                  <a:path extrusionOk="0" h="5083" w="2174">
                    <a:moveTo>
                      <a:pt x="1313" y="1"/>
                    </a:moveTo>
                    <a:cubicBezTo>
                      <a:pt x="1305" y="53"/>
                      <a:pt x="1297" y="108"/>
                      <a:pt x="1290" y="169"/>
                    </a:cubicBezTo>
                    <a:cubicBezTo>
                      <a:pt x="1271" y="337"/>
                      <a:pt x="1258" y="515"/>
                      <a:pt x="1244" y="698"/>
                    </a:cubicBezTo>
                    <a:cubicBezTo>
                      <a:pt x="1167" y="1744"/>
                      <a:pt x="1100" y="2982"/>
                      <a:pt x="1" y="3738"/>
                    </a:cubicBezTo>
                    <a:lnTo>
                      <a:pt x="565" y="4222"/>
                    </a:lnTo>
                    <a:lnTo>
                      <a:pt x="1568" y="5083"/>
                    </a:lnTo>
                    <a:cubicBezTo>
                      <a:pt x="646" y="3682"/>
                      <a:pt x="1504" y="2499"/>
                      <a:pt x="2173" y="1369"/>
                    </a:cubicBezTo>
                    <a:cubicBezTo>
                      <a:pt x="2071" y="1226"/>
                      <a:pt x="1965" y="1067"/>
                      <a:pt x="1865" y="909"/>
                    </a:cubicBezTo>
                    <a:cubicBezTo>
                      <a:pt x="1829" y="854"/>
                      <a:pt x="1794" y="801"/>
                      <a:pt x="1762" y="747"/>
                    </a:cubicBezTo>
                    <a:cubicBezTo>
                      <a:pt x="1560" y="426"/>
                      <a:pt x="1387" y="131"/>
                      <a:pt x="1313" y="1"/>
                    </a:cubicBezTo>
                    <a:close/>
                  </a:path>
                </a:pathLst>
              </a:custGeom>
              <a:solidFill>
                <a:srgbClr val="F4A6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9"/>
              <p:cNvSpPr/>
              <p:nvPr/>
            </p:nvSpPr>
            <p:spPr>
              <a:xfrm>
                <a:off x="7179684" y="1815748"/>
                <a:ext cx="24051" cy="61604"/>
              </a:xfrm>
              <a:custGeom>
                <a:rect b="b" l="l" r="r" t="t"/>
                <a:pathLst>
                  <a:path extrusionOk="0" h="1314" w="513">
                    <a:moveTo>
                      <a:pt x="290" y="1"/>
                    </a:moveTo>
                    <a:cubicBezTo>
                      <a:pt x="188" y="1"/>
                      <a:pt x="73" y="119"/>
                      <a:pt x="2" y="567"/>
                    </a:cubicBezTo>
                    <a:lnTo>
                      <a:pt x="1" y="567"/>
                    </a:lnTo>
                    <a:cubicBezTo>
                      <a:pt x="75" y="697"/>
                      <a:pt x="248" y="992"/>
                      <a:pt x="449" y="1313"/>
                    </a:cubicBezTo>
                    <a:cubicBezTo>
                      <a:pt x="513" y="720"/>
                      <a:pt x="502" y="153"/>
                      <a:pt x="502" y="153"/>
                    </a:cubicBezTo>
                    <a:cubicBezTo>
                      <a:pt x="497" y="145"/>
                      <a:pt x="401" y="1"/>
                      <a:pt x="2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9"/>
              <p:cNvSpPr/>
              <p:nvPr/>
            </p:nvSpPr>
            <p:spPr>
              <a:xfrm>
                <a:off x="7118174" y="1842283"/>
                <a:ext cx="87436" cy="197985"/>
              </a:xfrm>
              <a:custGeom>
                <a:rect b="b" l="l" r="r" t="t"/>
                <a:pathLst>
                  <a:path extrusionOk="0" h="4223" w="1865">
                    <a:moveTo>
                      <a:pt x="1313" y="1"/>
                    </a:moveTo>
                    <a:cubicBezTo>
                      <a:pt x="1305" y="53"/>
                      <a:pt x="1297" y="108"/>
                      <a:pt x="1290" y="169"/>
                    </a:cubicBezTo>
                    <a:cubicBezTo>
                      <a:pt x="1271" y="337"/>
                      <a:pt x="1258" y="515"/>
                      <a:pt x="1244" y="698"/>
                    </a:cubicBezTo>
                    <a:cubicBezTo>
                      <a:pt x="1167" y="1744"/>
                      <a:pt x="1100" y="2982"/>
                      <a:pt x="1" y="3738"/>
                    </a:cubicBezTo>
                    <a:lnTo>
                      <a:pt x="565" y="4222"/>
                    </a:lnTo>
                    <a:cubicBezTo>
                      <a:pt x="735" y="3062"/>
                      <a:pt x="1654" y="1299"/>
                      <a:pt x="1865" y="909"/>
                    </a:cubicBezTo>
                    <a:cubicBezTo>
                      <a:pt x="1829" y="854"/>
                      <a:pt x="1794" y="801"/>
                      <a:pt x="1762" y="747"/>
                    </a:cubicBezTo>
                    <a:cubicBezTo>
                      <a:pt x="1560" y="426"/>
                      <a:pt x="1387" y="131"/>
                      <a:pt x="1313"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9"/>
              <p:cNvSpPr/>
              <p:nvPr/>
            </p:nvSpPr>
            <p:spPr>
              <a:xfrm>
                <a:off x="7294593" y="1382647"/>
                <a:ext cx="209705" cy="281295"/>
              </a:xfrm>
              <a:custGeom>
                <a:rect b="b" l="l" r="r" t="t"/>
                <a:pathLst>
                  <a:path extrusionOk="0" h="6000" w="4473">
                    <a:moveTo>
                      <a:pt x="1819" y="0"/>
                    </a:moveTo>
                    <a:cubicBezTo>
                      <a:pt x="1794" y="0"/>
                      <a:pt x="1770" y="16"/>
                      <a:pt x="1762" y="40"/>
                    </a:cubicBezTo>
                    <a:lnTo>
                      <a:pt x="11" y="5007"/>
                    </a:lnTo>
                    <a:cubicBezTo>
                      <a:pt x="0" y="5040"/>
                      <a:pt x="17" y="5075"/>
                      <a:pt x="49" y="5085"/>
                    </a:cubicBezTo>
                    <a:lnTo>
                      <a:pt x="389" y="5206"/>
                    </a:lnTo>
                    <a:lnTo>
                      <a:pt x="2127" y="5818"/>
                    </a:lnTo>
                    <a:lnTo>
                      <a:pt x="2633" y="5997"/>
                    </a:lnTo>
                    <a:cubicBezTo>
                      <a:pt x="2640" y="5999"/>
                      <a:pt x="2646" y="6000"/>
                      <a:pt x="2653" y="6000"/>
                    </a:cubicBezTo>
                    <a:cubicBezTo>
                      <a:pt x="2679" y="6000"/>
                      <a:pt x="2703" y="5984"/>
                      <a:pt x="2711" y="5960"/>
                    </a:cubicBezTo>
                    <a:lnTo>
                      <a:pt x="4460" y="991"/>
                    </a:lnTo>
                    <a:cubicBezTo>
                      <a:pt x="4472" y="960"/>
                      <a:pt x="4456" y="925"/>
                      <a:pt x="4423" y="915"/>
                    </a:cubicBezTo>
                    <a:lnTo>
                      <a:pt x="1838" y="3"/>
                    </a:lnTo>
                    <a:cubicBezTo>
                      <a:pt x="1832" y="1"/>
                      <a:pt x="1825" y="0"/>
                      <a:pt x="18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9"/>
              <p:cNvSpPr/>
              <p:nvPr/>
            </p:nvSpPr>
            <p:spPr>
              <a:xfrm>
                <a:off x="7277387" y="1376552"/>
                <a:ext cx="103423" cy="244539"/>
              </a:xfrm>
              <a:custGeom>
                <a:rect b="b" l="l" r="r" t="t"/>
                <a:pathLst>
                  <a:path extrusionOk="0" h="5216" w="2206">
                    <a:moveTo>
                      <a:pt x="1817" y="1"/>
                    </a:moveTo>
                    <a:cubicBezTo>
                      <a:pt x="1793" y="1"/>
                      <a:pt x="1770" y="17"/>
                      <a:pt x="1762" y="42"/>
                    </a:cubicBezTo>
                    <a:lnTo>
                      <a:pt x="11" y="5009"/>
                    </a:lnTo>
                    <a:cubicBezTo>
                      <a:pt x="0" y="5041"/>
                      <a:pt x="17" y="5076"/>
                      <a:pt x="48" y="5087"/>
                    </a:cubicBezTo>
                    <a:lnTo>
                      <a:pt x="415" y="5215"/>
                    </a:lnTo>
                    <a:lnTo>
                      <a:pt x="415" y="5215"/>
                    </a:lnTo>
                    <a:cubicBezTo>
                      <a:pt x="384" y="5204"/>
                      <a:pt x="368" y="5169"/>
                      <a:pt x="378" y="5139"/>
                    </a:cubicBezTo>
                    <a:lnTo>
                      <a:pt x="2129" y="172"/>
                    </a:lnTo>
                    <a:cubicBezTo>
                      <a:pt x="2137" y="146"/>
                      <a:pt x="2161" y="130"/>
                      <a:pt x="2186" y="130"/>
                    </a:cubicBezTo>
                    <a:cubicBezTo>
                      <a:pt x="2192" y="130"/>
                      <a:pt x="2199" y="131"/>
                      <a:pt x="2205" y="133"/>
                    </a:cubicBezTo>
                    <a:lnTo>
                      <a:pt x="1838" y="5"/>
                    </a:lnTo>
                    <a:cubicBezTo>
                      <a:pt x="1831" y="2"/>
                      <a:pt x="1824" y="1"/>
                      <a:pt x="1817" y="1"/>
                    </a:cubicBezTo>
                    <a:close/>
                    <a:moveTo>
                      <a:pt x="415" y="5215"/>
                    </a:moveTo>
                    <a:cubicBezTo>
                      <a:pt x="415" y="5215"/>
                      <a:pt x="416" y="5215"/>
                      <a:pt x="416" y="5215"/>
                    </a:cubicBezTo>
                    <a:lnTo>
                      <a:pt x="415" y="5215"/>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9"/>
              <p:cNvSpPr/>
              <p:nvPr/>
            </p:nvSpPr>
            <p:spPr>
              <a:xfrm>
                <a:off x="7406595" y="1432390"/>
                <a:ext cx="35631" cy="40038"/>
              </a:xfrm>
              <a:custGeom>
                <a:rect b="b" l="l" r="r" t="t"/>
                <a:pathLst>
                  <a:path extrusionOk="0" h="854" w="760">
                    <a:moveTo>
                      <a:pt x="447" y="1"/>
                    </a:moveTo>
                    <a:cubicBezTo>
                      <a:pt x="302" y="1"/>
                      <a:pt x="149" y="129"/>
                      <a:pt x="82" y="321"/>
                    </a:cubicBezTo>
                    <a:cubicBezTo>
                      <a:pt x="1" y="549"/>
                      <a:pt x="70" y="782"/>
                      <a:pt x="235" y="840"/>
                    </a:cubicBezTo>
                    <a:cubicBezTo>
                      <a:pt x="260" y="849"/>
                      <a:pt x="287" y="853"/>
                      <a:pt x="314" y="853"/>
                    </a:cubicBezTo>
                    <a:cubicBezTo>
                      <a:pt x="459" y="853"/>
                      <a:pt x="611" y="725"/>
                      <a:pt x="678" y="532"/>
                    </a:cubicBezTo>
                    <a:cubicBezTo>
                      <a:pt x="759" y="305"/>
                      <a:pt x="691" y="72"/>
                      <a:pt x="525" y="14"/>
                    </a:cubicBezTo>
                    <a:cubicBezTo>
                      <a:pt x="500" y="5"/>
                      <a:pt x="473" y="1"/>
                      <a:pt x="4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9"/>
              <p:cNvSpPr/>
              <p:nvPr/>
            </p:nvSpPr>
            <p:spPr>
              <a:xfrm>
                <a:off x="7410768" y="1436046"/>
                <a:ext cx="27286" cy="32724"/>
              </a:xfrm>
              <a:custGeom>
                <a:rect b="b" l="l" r="r" t="t"/>
                <a:pathLst>
                  <a:path extrusionOk="0" h="698" w="582">
                    <a:moveTo>
                      <a:pt x="358" y="1"/>
                    </a:moveTo>
                    <a:cubicBezTo>
                      <a:pt x="246" y="1"/>
                      <a:pt x="122" y="111"/>
                      <a:pt x="65" y="269"/>
                    </a:cubicBezTo>
                    <a:cubicBezTo>
                      <a:pt x="1" y="453"/>
                      <a:pt x="50" y="646"/>
                      <a:pt x="172" y="688"/>
                    </a:cubicBezTo>
                    <a:cubicBezTo>
                      <a:pt x="189" y="694"/>
                      <a:pt x="206" y="697"/>
                      <a:pt x="224" y="697"/>
                    </a:cubicBezTo>
                    <a:cubicBezTo>
                      <a:pt x="336" y="697"/>
                      <a:pt x="461" y="587"/>
                      <a:pt x="516" y="428"/>
                    </a:cubicBezTo>
                    <a:cubicBezTo>
                      <a:pt x="582" y="245"/>
                      <a:pt x="533" y="52"/>
                      <a:pt x="410" y="10"/>
                    </a:cubicBezTo>
                    <a:cubicBezTo>
                      <a:pt x="394" y="4"/>
                      <a:pt x="376" y="1"/>
                      <a:pt x="358" y="1"/>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9"/>
              <p:cNvSpPr/>
              <p:nvPr/>
            </p:nvSpPr>
            <p:spPr>
              <a:xfrm>
                <a:off x="7342038" y="1397321"/>
                <a:ext cx="23347" cy="52837"/>
              </a:xfrm>
              <a:custGeom>
                <a:rect b="b" l="l" r="r" t="t"/>
                <a:pathLst>
                  <a:path extrusionOk="0" h="1127" w="498">
                    <a:moveTo>
                      <a:pt x="403" y="1"/>
                    </a:moveTo>
                    <a:cubicBezTo>
                      <a:pt x="390" y="7"/>
                      <a:pt x="383" y="10"/>
                      <a:pt x="370" y="16"/>
                    </a:cubicBezTo>
                    <a:lnTo>
                      <a:pt x="0" y="1066"/>
                    </a:lnTo>
                    <a:cubicBezTo>
                      <a:pt x="7" y="1079"/>
                      <a:pt x="10" y="1086"/>
                      <a:pt x="16" y="1099"/>
                    </a:cubicBezTo>
                    <a:lnTo>
                      <a:pt x="95" y="1126"/>
                    </a:lnTo>
                    <a:cubicBezTo>
                      <a:pt x="108" y="1121"/>
                      <a:pt x="114" y="1117"/>
                      <a:pt x="127" y="1111"/>
                    </a:cubicBezTo>
                    <a:lnTo>
                      <a:pt x="497" y="60"/>
                    </a:lnTo>
                    <a:cubicBezTo>
                      <a:pt x="491" y="48"/>
                      <a:pt x="488" y="42"/>
                      <a:pt x="482" y="28"/>
                    </a:cubicBezTo>
                    <a:lnTo>
                      <a:pt x="403" y="1"/>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9"/>
              <p:cNvSpPr/>
              <p:nvPr/>
            </p:nvSpPr>
            <p:spPr>
              <a:xfrm>
                <a:off x="7395015" y="1498822"/>
                <a:ext cx="85420" cy="59259"/>
              </a:xfrm>
              <a:custGeom>
                <a:rect b="b" l="l" r="r" t="t"/>
                <a:pathLst>
                  <a:path extrusionOk="0" h="1264" w="1822">
                    <a:moveTo>
                      <a:pt x="455" y="1"/>
                    </a:moveTo>
                    <a:cubicBezTo>
                      <a:pt x="48" y="1"/>
                      <a:pt x="1" y="406"/>
                      <a:pt x="344" y="487"/>
                    </a:cubicBezTo>
                    <a:cubicBezTo>
                      <a:pt x="831" y="601"/>
                      <a:pt x="1078" y="828"/>
                      <a:pt x="1204" y="1017"/>
                    </a:cubicBezTo>
                    <a:cubicBezTo>
                      <a:pt x="1337" y="1100"/>
                      <a:pt x="1427" y="1182"/>
                      <a:pt x="1483" y="1263"/>
                    </a:cubicBezTo>
                    <a:cubicBezTo>
                      <a:pt x="1763" y="1138"/>
                      <a:pt x="1821" y="985"/>
                      <a:pt x="1789" y="768"/>
                    </a:cubicBezTo>
                    <a:cubicBezTo>
                      <a:pt x="1757" y="543"/>
                      <a:pt x="1457" y="274"/>
                      <a:pt x="701" y="42"/>
                    </a:cubicBezTo>
                    <a:cubicBezTo>
                      <a:pt x="608" y="13"/>
                      <a:pt x="526" y="1"/>
                      <a:pt x="455"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9"/>
              <p:cNvSpPr/>
              <p:nvPr/>
            </p:nvSpPr>
            <p:spPr>
              <a:xfrm>
                <a:off x="7383904" y="1529811"/>
                <a:ext cx="85420" cy="59213"/>
              </a:xfrm>
              <a:custGeom>
                <a:rect b="b" l="l" r="r" t="t"/>
                <a:pathLst>
                  <a:path extrusionOk="0" h="1263" w="1822">
                    <a:moveTo>
                      <a:pt x="454" y="0"/>
                    </a:moveTo>
                    <a:cubicBezTo>
                      <a:pt x="47" y="0"/>
                      <a:pt x="1" y="406"/>
                      <a:pt x="344" y="486"/>
                    </a:cubicBezTo>
                    <a:cubicBezTo>
                      <a:pt x="831" y="601"/>
                      <a:pt x="1078" y="829"/>
                      <a:pt x="1204" y="1017"/>
                    </a:cubicBezTo>
                    <a:cubicBezTo>
                      <a:pt x="1337" y="1099"/>
                      <a:pt x="1427" y="1182"/>
                      <a:pt x="1483" y="1263"/>
                    </a:cubicBezTo>
                    <a:cubicBezTo>
                      <a:pt x="1763" y="1138"/>
                      <a:pt x="1821" y="985"/>
                      <a:pt x="1789" y="768"/>
                    </a:cubicBezTo>
                    <a:cubicBezTo>
                      <a:pt x="1781" y="714"/>
                      <a:pt x="1760" y="659"/>
                      <a:pt x="1720" y="602"/>
                    </a:cubicBezTo>
                    <a:cubicBezTo>
                      <a:pt x="1664" y="521"/>
                      <a:pt x="1572" y="439"/>
                      <a:pt x="1441" y="356"/>
                    </a:cubicBezTo>
                    <a:cubicBezTo>
                      <a:pt x="1268" y="248"/>
                      <a:pt x="1028" y="141"/>
                      <a:pt x="701" y="41"/>
                    </a:cubicBezTo>
                    <a:cubicBezTo>
                      <a:pt x="608" y="13"/>
                      <a:pt x="525" y="0"/>
                      <a:pt x="454" y="0"/>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9"/>
              <p:cNvSpPr/>
              <p:nvPr/>
            </p:nvSpPr>
            <p:spPr>
              <a:xfrm>
                <a:off x="7372793" y="1560707"/>
                <a:ext cx="85326" cy="58134"/>
              </a:xfrm>
              <a:custGeom>
                <a:rect b="b" l="l" r="r" t="t"/>
                <a:pathLst>
                  <a:path extrusionOk="0" h="1240" w="1820">
                    <a:moveTo>
                      <a:pt x="456" y="1"/>
                    </a:moveTo>
                    <a:cubicBezTo>
                      <a:pt x="48" y="1"/>
                      <a:pt x="1" y="406"/>
                      <a:pt x="346" y="488"/>
                    </a:cubicBezTo>
                    <a:cubicBezTo>
                      <a:pt x="727" y="578"/>
                      <a:pt x="961" y="737"/>
                      <a:pt x="1104" y="891"/>
                    </a:cubicBezTo>
                    <a:cubicBezTo>
                      <a:pt x="1335" y="1009"/>
                      <a:pt x="1470" y="1128"/>
                      <a:pt x="1534" y="1240"/>
                    </a:cubicBezTo>
                    <a:cubicBezTo>
                      <a:pt x="1771" y="1121"/>
                      <a:pt x="1820" y="972"/>
                      <a:pt x="1791" y="769"/>
                    </a:cubicBezTo>
                    <a:cubicBezTo>
                      <a:pt x="1783" y="716"/>
                      <a:pt x="1760" y="661"/>
                      <a:pt x="1720" y="604"/>
                    </a:cubicBezTo>
                    <a:cubicBezTo>
                      <a:pt x="1664" y="523"/>
                      <a:pt x="1574" y="440"/>
                      <a:pt x="1441" y="356"/>
                    </a:cubicBezTo>
                    <a:cubicBezTo>
                      <a:pt x="1269" y="249"/>
                      <a:pt x="1028" y="142"/>
                      <a:pt x="701" y="41"/>
                    </a:cubicBezTo>
                    <a:cubicBezTo>
                      <a:pt x="608" y="13"/>
                      <a:pt x="527" y="1"/>
                      <a:pt x="456"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9"/>
              <p:cNvSpPr/>
              <p:nvPr/>
            </p:nvSpPr>
            <p:spPr>
              <a:xfrm>
                <a:off x="7367870" y="1590571"/>
                <a:ext cx="80450" cy="58181"/>
              </a:xfrm>
              <a:custGeom>
                <a:rect b="b" l="l" r="r" t="t"/>
                <a:pathLst>
                  <a:path extrusionOk="0" h="1241" w="1716">
                    <a:moveTo>
                      <a:pt x="429" y="1"/>
                    </a:moveTo>
                    <a:cubicBezTo>
                      <a:pt x="45" y="1"/>
                      <a:pt x="1" y="381"/>
                      <a:pt x="324" y="458"/>
                    </a:cubicBezTo>
                    <a:cubicBezTo>
                      <a:pt x="1186" y="661"/>
                      <a:pt x="1249" y="1241"/>
                      <a:pt x="1249" y="1241"/>
                    </a:cubicBezTo>
                    <a:cubicBezTo>
                      <a:pt x="1636" y="1114"/>
                      <a:pt x="1715" y="958"/>
                      <a:pt x="1680" y="721"/>
                    </a:cubicBezTo>
                    <a:cubicBezTo>
                      <a:pt x="1676" y="682"/>
                      <a:pt x="1662" y="644"/>
                      <a:pt x="1639" y="603"/>
                    </a:cubicBezTo>
                    <a:cubicBezTo>
                      <a:pt x="1575" y="491"/>
                      <a:pt x="1440" y="372"/>
                      <a:pt x="1209" y="254"/>
                    </a:cubicBezTo>
                    <a:cubicBezTo>
                      <a:pt x="1066" y="181"/>
                      <a:pt x="884" y="109"/>
                      <a:pt x="659" y="39"/>
                    </a:cubicBezTo>
                    <a:cubicBezTo>
                      <a:pt x="572" y="12"/>
                      <a:pt x="495" y="1"/>
                      <a:pt x="429" y="1"/>
                    </a:cubicBezTo>
                    <a:close/>
                  </a:path>
                </a:pathLst>
              </a:custGeom>
              <a:solidFill>
                <a:srgbClr val="F7B6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9"/>
              <p:cNvSpPr/>
              <p:nvPr/>
            </p:nvSpPr>
            <p:spPr>
              <a:xfrm>
                <a:off x="6721361" y="1361363"/>
                <a:ext cx="157525" cy="153868"/>
              </a:xfrm>
              <a:custGeom>
                <a:rect b="b" l="l" r="r" t="t"/>
                <a:pathLst>
                  <a:path extrusionOk="0" h="3282" w="3360">
                    <a:moveTo>
                      <a:pt x="1" y="0"/>
                    </a:moveTo>
                    <a:lnTo>
                      <a:pt x="1" y="0"/>
                    </a:lnTo>
                    <a:cubicBezTo>
                      <a:pt x="4" y="60"/>
                      <a:pt x="7" y="126"/>
                      <a:pt x="10" y="194"/>
                    </a:cubicBezTo>
                    <a:cubicBezTo>
                      <a:pt x="12" y="220"/>
                      <a:pt x="12" y="248"/>
                      <a:pt x="13" y="274"/>
                    </a:cubicBezTo>
                    <a:cubicBezTo>
                      <a:pt x="13" y="289"/>
                      <a:pt x="15" y="305"/>
                      <a:pt x="15" y="320"/>
                    </a:cubicBezTo>
                    <a:cubicBezTo>
                      <a:pt x="15" y="363"/>
                      <a:pt x="16" y="407"/>
                      <a:pt x="16" y="453"/>
                    </a:cubicBezTo>
                    <a:lnTo>
                      <a:pt x="16" y="454"/>
                    </a:lnTo>
                    <a:cubicBezTo>
                      <a:pt x="19" y="577"/>
                      <a:pt x="19" y="707"/>
                      <a:pt x="18" y="841"/>
                    </a:cubicBezTo>
                    <a:cubicBezTo>
                      <a:pt x="18" y="875"/>
                      <a:pt x="18" y="908"/>
                      <a:pt x="18" y="944"/>
                    </a:cubicBezTo>
                    <a:cubicBezTo>
                      <a:pt x="18" y="960"/>
                      <a:pt x="16" y="977"/>
                      <a:pt x="16" y="994"/>
                    </a:cubicBezTo>
                    <a:cubicBezTo>
                      <a:pt x="16" y="1029"/>
                      <a:pt x="16" y="1063"/>
                      <a:pt x="15" y="1098"/>
                    </a:cubicBezTo>
                    <a:cubicBezTo>
                      <a:pt x="15" y="1115"/>
                      <a:pt x="15" y="1133"/>
                      <a:pt x="15" y="1150"/>
                    </a:cubicBezTo>
                    <a:cubicBezTo>
                      <a:pt x="13" y="1168"/>
                      <a:pt x="13" y="1185"/>
                      <a:pt x="13" y="1202"/>
                    </a:cubicBezTo>
                    <a:cubicBezTo>
                      <a:pt x="13" y="1223"/>
                      <a:pt x="12" y="1243"/>
                      <a:pt x="12" y="1265"/>
                    </a:cubicBezTo>
                    <a:cubicBezTo>
                      <a:pt x="10" y="1349"/>
                      <a:pt x="9" y="1434"/>
                      <a:pt x="6" y="1520"/>
                    </a:cubicBezTo>
                    <a:cubicBezTo>
                      <a:pt x="1164" y="3163"/>
                      <a:pt x="2865" y="3281"/>
                      <a:pt x="3331" y="3281"/>
                    </a:cubicBezTo>
                    <a:cubicBezTo>
                      <a:pt x="3341" y="3281"/>
                      <a:pt x="3351" y="3281"/>
                      <a:pt x="3360" y="3281"/>
                    </a:cubicBezTo>
                    <a:cubicBezTo>
                      <a:pt x="3355" y="3249"/>
                      <a:pt x="3351" y="3215"/>
                      <a:pt x="3348" y="3183"/>
                    </a:cubicBezTo>
                    <a:cubicBezTo>
                      <a:pt x="3345" y="3159"/>
                      <a:pt x="3343" y="3134"/>
                      <a:pt x="3340" y="3110"/>
                    </a:cubicBezTo>
                    <a:cubicBezTo>
                      <a:pt x="2559" y="3020"/>
                      <a:pt x="1522" y="2502"/>
                      <a:pt x="249" y="1152"/>
                    </a:cubicBezTo>
                    <a:cubicBezTo>
                      <a:pt x="242" y="1142"/>
                      <a:pt x="233" y="1127"/>
                      <a:pt x="227" y="1118"/>
                    </a:cubicBezTo>
                    <a:cubicBezTo>
                      <a:pt x="224" y="1113"/>
                      <a:pt x="223" y="1110"/>
                      <a:pt x="221" y="1106"/>
                    </a:cubicBezTo>
                    <a:cubicBezTo>
                      <a:pt x="218" y="1101"/>
                      <a:pt x="217" y="1096"/>
                      <a:pt x="215" y="1092"/>
                    </a:cubicBezTo>
                    <a:cubicBezTo>
                      <a:pt x="207" y="1075"/>
                      <a:pt x="201" y="1057"/>
                      <a:pt x="195" y="1038"/>
                    </a:cubicBezTo>
                    <a:cubicBezTo>
                      <a:pt x="192" y="1032"/>
                      <a:pt x="191" y="1025"/>
                      <a:pt x="187" y="1019"/>
                    </a:cubicBezTo>
                    <a:cubicBezTo>
                      <a:pt x="181" y="999"/>
                      <a:pt x="175" y="977"/>
                      <a:pt x="168" y="956"/>
                    </a:cubicBezTo>
                    <a:cubicBezTo>
                      <a:pt x="166" y="948"/>
                      <a:pt x="165" y="941"/>
                      <a:pt x="161" y="933"/>
                    </a:cubicBezTo>
                    <a:cubicBezTo>
                      <a:pt x="160" y="927"/>
                      <a:pt x="158" y="921"/>
                      <a:pt x="155" y="913"/>
                    </a:cubicBezTo>
                    <a:cubicBezTo>
                      <a:pt x="155" y="908"/>
                      <a:pt x="154" y="904"/>
                      <a:pt x="152" y="898"/>
                    </a:cubicBezTo>
                    <a:cubicBezTo>
                      <a:pt x="151" y="893"/>
                      <a:pt x="149" y="887"/>
                      <a:pt x="148" y="881"/>
                    </a:cubicBezTo>
                    <a:cubicBezTo>
                      <a:pt x="143" y="866"/>
                      <a:pt x="140" y="849"/>
                      <a:pt x="135" y="832"/>
                    </a:cubicBezTo>
                    <a:cubicBezTo>
                      <a:pt x="134" y="826"/>
                      <a:pt x="132" y="818"/>
                      <a:pt x="131" y="811"/>
                    </a:cubicBezTo>
                    <a:cubicBezTo>
                      <a:pt x="79" y="584"/>
                      <a:pt x="36" y="292"/>
                      <a:pt x="1"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9"/>
              <p:cNvSpPr/>
              <p:nvPr/>
            </p:nvSpPr>
            <p:spPr>
              <a:xfrm>
                <a:off x="6896936" y="1195164"/>
                <a:ext cx="47820" cy="206611"/>
              </a:xfrm>
              <a:custGeom>
                <a:rect b="b" l="l" r="r" t="t"/>
                <a:pathLst>
                  <a:path extrusionOk="0" h="4407" w="1020">
                    <a:moveTo>
                      <a:pt x="26" y="1"/>
                    </a:moveTo>
                    <a:cubicBezTo>
                      <a:pt x="24" y="1"/>
                      <a:pt x="22" y="1"/>
                      <a:pt x="20" y="1"/>
                    </a:cubicBezTo>
                    <a:cubicBezTo>
                      <a:pt x="8" y="4"/>
                      <a:pt x="0" y="18"/>
                      <a:pt x="5" y="30"/>
                    </a:cubicBezTo>
                    <a:cubicBezTo>
                      <a:pt x="9" y="47"/>
                      <a:pt x="491" y="1743"/>
                      <a:pt x="581" y="3429"/>
                    </a:cubicBezTo>
                    <a:cubicBezTo>
                      <a:pt x="581" y="3437"/>
                      <a:pt x="586" y="3444"/>
                      <a:pt x="592" y="3449"/>
                    </a:cubicBezTo>
                    <a:cubicBezTo>
                      <a:pt x="596" y="3451"/>
                      <a:pt x="601" y="3452"/>
                      <a:pt x="605" y="3452"/>
                    </a:cubicBezTo>
                    <a:cubicBezTo>
                      <a:pt x="608" y="3452"/>
                      <a:pt x="611" y="3452"/>
                      <a:pt x="613" y="3451"/>
                    </a:cubicBezTo>
                    <a:lnTo>
                      <a:pt x="913" y="3319"/>
                    </a:lnTo>
                    <a:cubicBezTo>
                      <a:pt x="918" y="3317"/>
                      <a:pt x="923" y="3316"/>
                      <a:pt x="928" y="3316"/>
                    </a:cubicBezTo>
                    <a:cubicBezTo>
                      <a:pt x="937" y="3316"/>
                      <a:pt x="946" y="3319"/>
                      <a:pt x="954" y="3325"/>
                    </a:cubicBezTo>
                    <a:cubicBezTo>
                      <a:pt x="965" y="3336"/>
                      <a:pt x="969" y="3351"/>
                      <a:pt x="966" y="3365"/>
                    </a:cubicBezTo>
                    <a:cubicBezTo>
                      <a:pt x="922" y="3524"/>
                      <a:pt x="817" y="3801"/>
                      <a:pt x="612" y="3865"/>
                    </a:cubicBezTo>
                    <a:cubicBezTo>
                      <a:pt x="603" y="3868"/>
                      <a:pt x="595" y="3876"/>
                      <a:pt x="595" y="3886"/>
                    </a:cubicBezTo>
                    <a:cubicBezTo>
                      <a:pt x="593" y="3949"/>
                      <a:pt x="592" y="4015"/>
                      <a:pt x="592" y="4077"/>
                    </a:cubicBezTo>
                    <a:cubicBezTo>
                      <a:pt x="590" y="4177"/>
                      <a:pt x="590" y="4281"/>
                      <a:pt x="584" y="4382"/>
                    </a:cubicBezTo>
                    <a:cubicBezTo>
                      <a:pt x="584" y="4394"/>
                      <a:pt x="593" y="4405"/>
                      <a:pt x="606" y="4406"/>
                    </a:cubicBezTo>
                    <a:lnTo>
                      <a:pt x="609" y="4406"/>
                    </a:lnTo>
                    <a:cubicBezTo>
                      <a:pt x="621" y="4406"/>
                      <a:pt x="632" y="4395"/>
                      <a:pt x="632" y="4383"/>
                    </a:cubicBezTo>
                    <a:cubicBezTo>
                      <a:pt x="636" y="4282"/>
                      <a:pt x="638" y="4178"/>
                      <a:pt x="639" y="4077"/>
                    </a:cubicBezTo>
                    <a:cubicBezTo>
                      <a:pt x="639" y="4019"/>
                      <a:pt x="641" y="3961"/>
                      <a:pt x="642" y="3903"/>
                    </a:cubicBezTo>
                    <a:cubicBezTo>
                      <a:pt x="858" y="3825"/>
                      <a:pt x="966" y="3542"/>
                      <a:pt x="1011" y="3379"/>
                    </a:cubicBezTo>
                    <a:cubicBezTo>
                      <a:pt x="1020" y="3345"/>
                      <a:pt x="1011" y="3311"/>
                      <a:pt x="985" y="3290"/>
                    </a:cubicBezTo>
                    <a:cubicBezTo>
                      <a:pt x="968" y="3276"/>
                      <a:pt x="948" y="3269"/>
                      <a:pt x="928" y="3269"/>
                    </a:cubicBezTo>
                    <a:cubicBezTo>
                      <a:pt x="917" y="3269"/>
                      <a:pt x="906" y="3271"/>
                      <a:pt x="895" y="3276"/>
                    </a:cubicBezTo>
                    <a:lnTo>
                      <a:pt x="625" y="3394"/>
                    </a:lnTo>
                    <a:cubicBezTo>
                      <a:pt x="532" y="1712"/>
                      <a:pt x="54" y="35"/>
                      <a:pt x="49" y="17"/>
                    </a:cubicBezTo>
                    <a:cubicBezTo>
                      <a:pt x="47" y="7"/>
                      <a:pt x="37" y="1"/>
                      <a:pt x="26" y="1"/>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9"/>
              <p:cNvSpPr/>
              <p:nvPr/>
            </p:nvSpPr>
            <p:spPr>
              <a:xfrm>
                <a:off x="6911985" y="1432155"/>
                <a:ext cx="15893" cy="51383"/>
              </a:xfrm>
              <a:custGeom>
                <a:rect b="b" l="l" r="r" t="t"/>
                <a:pathLst>
                  <a:path extrusionOk="0" h="1096" w="339">
                    <a:moveTo>
                      <a:pt x="25" y="0"/>
                    </a:moveTo>
                    <a:cubicBezTo>
                      <a:pt x="15" y="0"/>
                      <a:pt x="6" y="7"/>
                      <a:pt x="3" y="19"/>
                    </a:cubicBezTo>
                    <a:cubicBezTo>
                      <a:pt x="0" y="31"/>
                      <a:pt x="8" y="44"/>
                      <a:pt x="20" y="47"/>
                    </a:cubicBezTo>
                    <a:cubicBezTo>
                      <a:pt x="75" y="60"/>
                      <a:pt x="214" y="103"/>
                      <a:pt x="274" y="163"/>
                    </a:cubicBezTo>
                    <a:cubicBezTo>
                      <a:pt x="170" y="190"/>
                      <a:pt x="87" y="192"/>
                      <a:pt x="87" y="192"/>
                    </a:cubicBezTo>
                    <a:cubicBezTo>
                      <a:pt x="80" y="192"/>
                      <a:pt x="74" y="195"/>
                      <a:pt x="69" y="200"/>
                    </a:cubicBezTo>
                    <a:cubicBezTo>
                      <a:pt x="64" y="206"/>
                      <a:pt x="63" y="213"/>
                      <a:pt x="64" y="219"/>
                    </a:cubicBezTo>
                    <a:cubicBezTo>
                      <a:pt x="64" y="226"/>
                      <a:pt x="181" y="787"/>
                      <a:pt x="147" y="1069"/>
                    </a:cubicBezTo>
                    <a:cubicBezTo>
                      <a:pt x="145" y="1083"/>
                      <a:pt x="155" y="1094"/>
                      <a:pt x="167" y="1095"/>
                    </a:cubicBezTo>
                    <a:lnTo>
                      <a:pt x="170" y="1095"/>
                    </a:lnTo>
                    <a:cubicBezTo>
                      <a:pt x="181" y="1095"/>
                      <a:pt x="191" y="1086"/>
                      <a:pt x="193" y="1076"/>
                    </a:cubicBezTo>
                    <a:cubicBezTo>
                      <a:pt x="225" y="817"/>
                      <a:pt x="138" y="354"/>
                      <a:pt x="115" y="236"/>
                    </a:cubicBezTo>
                    <a:cubicBezTo>
                      <a:pt x="155" y="235"/>
                      <a:pt x="233" y="226"/>
                      <a:pt x="321" y="198"/>
                    </a:cubicBezTo>
                    <a:cubicBezTo>
                      <a:pt x="327" y="195"/>
                      <a:pt x="334" y="190"/>
                      <a:pt x="335" y="184"/>
                    </a:cubicBezTo>
                    <a:cubicBezTo>
                      <a:pt x="338" y="177"/>
                      <a:pt x="338" y="169"/>
                      <a:pt x="334" y="163"/>
                    </a:cubicBezTo>
                    <a:cubicBezTo>
                      <a:pt x="274" y="60"/>
                      <a:pt x="41" y="4"/>
                      <a:pt x="31" y="1"/>
                    </a:cubicBezTo>
                    <a:cubicBezTo>
                      <a:pt x="29" y="0"/>
                      <a:pt x="27" y="0"/>
                      <a:pt x="25"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9"/>
              <p:cNvSpPr/>
              <p:nvPr/>
            </p:nvSpPr>
            <p:spPr>
              <a:xfrm>
                <a:off x="6930879" y="1220059"/>
                <a:ext cx="13737" cy="39288"/>
              </a:xfrm>
              <a:custGeom>
                <a:rect b="b" l="l" r="r" t="t"/>
                <a:pathLst>
                  <a:path extrusionOk="0" h="838" w="293">
                    <a:moveTo>
                      <a:pt x="114" y="1"/>
                    </a:moveTo>
                    <a:cubicBezTo>
                      <a:pt x="113" y="1"/>
                      <a:pt x="112" y="1"/>
                      <a:pt x="111" y="1"/>
                    </a:cubicBezTo>
                    <a:cubicBezTo>
                      <a:pt x="41" y="7"/>
                      <a:pt x="1" y="200"/>
                      <a:pt x="21" y="431"/>
                    </a:cubicBezTo>
                    <a:cubicBezTo>
                      <a:pt x="40" y="658"/>
                      <a:pt x="110" y="837"/>
                      <a:pt x="179" y="837"/>
                    </a:cubicBezTo>
                    <a:cubicBezTo>
                      <a:pt x="180" y="837"/>
                      <a:pt x="182" y="837"/>
                      <a:pt x="183" y="837"/>
                    </a:cubicBezTo>
                    <a:cubicBezTo>
                      <a:pt x="252" y="831"/>
                      <a:pt x="293" y="638"/>
                      <a:pt x="273" y="409"/>
                    </a:cubicBezTo>
                    <a:cubicBezTo>
                      <a:pt x="253" y="182"/>
                      <a:pt x="182" y="1"/>
                      <a:pt x="1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9"/>
              <p:cNvSpPr/>
              <p:nvPr/>
            </p:nvSpPr>
            <p:spPr>
              <a:xfrm>
                <a:off x="6842927" y="1233889"/>
                <a:ext cx="15987" cy="38678"/>
              </a:xfrm>
              <a:custGeom>
                <a:rect b="b" l="l" r="r" t="t"/>
                <a:pathLst>
                  <a:path extrusionOk="0" h="825" w="341">
                    <a:moveTo>
                      <a:pt x="96" y="0"/>
                    </a:moveTo>
                    <a:cubicBezTo>
                      <a:pt x="93" y="0"/>
                      <a:pt x="91" y="0"/>
                      <a:pt x="88" y="1"/>
                    </a:cubicBezTo>
                    <a:cubicBezTo>
                      <a:pt x="19" y="15"/>
                      <a:pt x="1" y="210"/>
                      <a:pt x="47" y="438"/>
                    </a:cubicBezTo>
                    <a:cubicBezTo>
                      <a:pt x="91" y="656"/>
                      <a:pt x="179" y="824"/>
                      <a:pt x="247" y="824"/>
                    </a:cubicBezTo>
                    <a:cubicBezTo>
                      <a:pt x="250" y="824"/>
                      <a:pt x="252" y="824"/>
                      <a:pt x="255" y="823"/>
                    </a:cubicBezTo>
                    <a:cubicBezTo>
                      <a:pt x="322" y="810"/>
                      <a:pt x="340" y="614"/>
                      <a:pt x="294" y="388"/>
                    </a:cubicBezTo>
                    <a:cubicBezTo>
                      <a:pt x="250" y="168"/>
                      <a:pt x="164"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9"/>
              <p:cNvSpPr/>
              <p:nvPr/>
            </p:nvSpPr>
            <p:spPr>
              <a:xfrm>
                <a:off x="6908000" y="1192820"/>
                <a:ext cx="55415" cy="25035"/>
              </a:xfrm>
              <a:custGeom>
                <a:rect b="b" l="l" r="r" t="t"/>
                <a:pathLst>
                  <a:path extrusionOk="0" h="534" w="1182">
                    <a:moveTo>
                      <a:pt x="13" y="0"/>
                    </a:moveTo>
                    <a:cubicBezTo>
                      <a:pt x="7" y="0"/>
                      <a:pt x="0" y="7"/>
                      <a:pt x="1" y="15"/>
                    </a:cubicBezTo>
                    <a:lnTo>
                      <a:pt x="39" y="229"/>
                    </a:lnTo>
                    <a:cubicBezTo>
                      <a:pt x="48" y="283"/>
                      <a:pt x="94" y="321"/>
                      <a:pt x="148" y="321"/>
                    </a:cubicBezTo>
                    <a:cubicBezTo>
                      <a:pt x="149" y="321"/>
                      <a:pt x="150" y="320"/>
                      <a:pt x="151" y="320"/>
                    </a:cubicBezTo>
                    <a:cubicBezTo>
                      <a:pt x="166" y="320"/>
                      <a:pt x="183" y="320"/>
                      <a:pt x="202" y="320"/>
                    </a:cubicBezTo>
                    <a:cubicBezTo>
                      <a:pt x="401" y="320"/>
                      <a:pt x="774" y="348"/>
                      <a:pt x="1146" y="531"/>
                    </a:cubicBezTo>
                    <a:cubicBezTo>
                      <a:pt x="1149" y="533"/>
                      <a:pt x="1153" y="534"/>
                      <a:pt x="1156" y="534"/>
                    </a:cubicBezTo>
                    <a:cubicBezTo>
                      <a:pt x="1170" y="534"/>
                      <a:pt x="1181" y="518"/>
                      <a:pt x="1172" y="504"/>
                    </a:cubicBezTo>
                    <a:cubicBezTo>
                      <a:pt x="1099" y="377"/>
                      <a:pt x="831" y="181"/>
                      <a:pt x="180" y="116"/>
                    </a:cubicBezTo>
                    <a:cubicBezTo>
                      <a:pt x="136" y="111"/>
                      <a:pt x="94" y="90"/>
                      <a:pt x="65" y="56"/>
                    </a:cubicBezTo>
                    <a:lnTo>
                      <a:pt x="23" y="6"/>
                    </a:lnTo>
                    <a:cubicBezTo>
                      <a:pt x="20" y="2"/>
                      <a:pt x="17" y="0"/>
                      <a:pt x="13" y="0"/>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9"/>
              <p:cNvSpPr/>
              <p:nvPr/>
            </p:nvSpPr>
            <p:spPr>
              <a:xfrm>
                <a:off x="6804483" y="1188366"/>
                <a:ext cx="68402" cy="55274"/>
              </a:xfrm>
              <a:custGeom>
                <a:rect b="b" l="l" r="r" t="t"/>
                <a:pathLst>
                  <a:path extrusionOk="0" h="1179" w="1459">
                    <a:moveTo>
                      <a:pt x="1400" y="1"/>
                    </a:moveTo>
                    <a:cubicBezTo>
                      <a:pt x="1393" y="1"/>
                      <a:pt x="1387" y="4"/>
                      <a:pt x="1384" y="10"/>
                    </a:cubicBezTo>
                    <a:lnTo>
                      <a:pt x="1345" y="97"/>
                    </a:lnTo>
                    <a:cubicBezTo>
                      <a:pt x="1318" y="154"/>
                      <a:pt x="1270" y="200"/>
                      <a:pt x="1211" y="223"/>
                    </a:cubicBezTo>
                    <a:cubicBezTo>
                      <a:pt x="345" y="568"/>
                      <a:pt x="56" y="941"/>
                      <a:pt x="4" y="1142"/>
                    </a:cubicBezTo>
                    <a:cubicBezTo>
                      <a:pt x="0" y="1163"/>
                      <a:pt x="16" y="1179"/>
                      <a:pt x="34" y="1179"/>
                    </a:cubicBezTo>
                    <a:cubicBezTo>
                      <a:pt x="40" y="1179"/>
                      <a:pt x="47" y="1176"/>
                      <a:pt x="53" y="1171"/>
                    </a:cubicBezTo>
                    <a:cubicBezTo>
                      <a:pt x="529" y="738"/>
                      <a:pt x="1082" y="556"/>
                      <a:pt x="1332" y="493"/>
                    </a:cubicBezTo>
                    <a:cubicBezTo>
                      <a:pt x="1408" y="474"/>
                      <a:pt x="1458" y="402"/>
                      <a:pt x="1449" y="324"/>
                    </a:cubicBezTo>
                    <a:lnTo>
                      <a:pt x="1417" y="16"/>
                    </a:lnTo>
                    <a:cubicBezTo>
                      <a:pt x="1416" y="6"/>
                      <a:pt x="1408" y="1"/>
                      <a:pt x="1400" y="1"/>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9"/>
              <p:cNvSpPr/>
              <p:nvPr/>
            </p:nvSpPr>
            <p:spPr>
              <a:xfrm>
                <a:off x="6714141" y="1162253"/>
                <a:ext cx="248712" cy="154900"/>
              </a:xfrm>
              <a:custGeom>
                <a:rect b="b" l="l" r="r" t="t"/>
                <a:pathLst>
                  <a:path extrusionOk="0" h="3304" w="5305">
                    <a:moveTo>
                      <a:pt x="3642" y="0"/>
                    </a:moveTo>
                    <a:cubicBezTo>
                      <a:pt x="3456" y="0"/>
                      <a:pt x="3251" y="17"/>
                      <a:pt x="3025" y="54"/>
                    </a:cubicBezTo>
                    <a:cubicBezTo>
                      <a:pt x="1" y="547"/>
                      <a:pt x="2999" y="3032"/>
                      <a:pt x="661" y="3142"/>
                    </a:cubicBezTo>
                    <a:cubicBezTo>
                      <a:pt x="652" y="3189"/>
                      <a:pt x="641" y="3235"/>
                      <a:pt x="629" y="3280"/>
                    </a:cubicBezTo>
                    <a:cubicBezTo>
                      <a:pt x="694" y="3292"/>
                      <a:pt x="786" y="3304"/>
                      <a:pt x="892" y="3304"/>
                    </a:cubicBezTo>
                    <a:cubicBezTo>
                      <a:pt x="1150" y="3304"/>
                      <a:pt x="1493" y="3232"/>
                      <a:pt x="1731" y="2913"/>
                    </a:cubicBezTo>
                    <a:cubicBezTo>
                      <a:pt x="2161" y="2335"/>
                      <a:pt x="1681" y="1165"/>
                      <a:pt x="1872" y="1024"/>
                    </a:cubicBezTo>
                    <a:cubicBezTo>
                      <a:pt x="2523" y="559"/>
                      <a:pt x="3133" y="406"/>
                      <a:pt x="3655" y="406"/>
                    </a:cubicBezTo>
                    <a:cubicBezTo>
                      <a:pt x="4521" y="406"/>
                      <a:pt x="5144" y="828"/>
                      <a:pt x="5304" y="948"/>
                    </a:cubicBezTo>
                    <a:cubicBezTo>
                      <a:pt x="5301" y="899"/>
                      <a:pt x="5298" y="853"/>
                      <a:pt x="5297" y="813"/>
                    </a:cubicBezTo>
                    <a:cubicBezTo>
                      <a:pt x="5290" y="800"/>
                      <a:pt x="4947" y="0"/>
                      <a:pt x="3642"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9"/>
              <p:cNvSpPr/>
              <p:nvPr/>
            </p:nvSpPr>
            <p:spPr>
              <a:xfrm>
                <a:off x="7251508" y="3088373"/>
                <a:ext cx="158744" cy="203564"/>
              </a:xfrm>
              <a:custGeom>
                <a:rect b="b" l="l" r="r" t="t"/>
                <a:pathLst>
                  <a:path extrusionOk="0" h="4342" w="3386">
                    <a:moveTo>
                      <a:pt x="3367" y="1"/>
                    </a:moveTo>
                    <a:cubicBezTo>
                      <a:pt x="3362" y="1"/>
                      <a:pt x="3357" y="4"/>
                      <a:pt x="3355" y="9"/>
                    </a:cubicBezTo>
                    <a:cubicBezTo>
                      <a:pt x="3343" y="30"/>
                      <a:pt x="2222" y="2197"/>
                      <a:pt x="7" y="4316"/>
                    </a:cubicBezTo>
                    <a:cubicBezTo>
                      <a:pt x="1" y="4320"/>
                      <a:pt x="1" y="4331"/>
                      <a:pt x="7" y="4337"/>
                    </a:cubicBezTo>
                    <a:cubicBezTo>
                      <a:pt x="10" y="4340"/>
                      <a:pt x="13" y="4342"/>
                      <a:pt x="17" y="4342"/>
                    </a:cubicBezTo>
                    <a:cubicBezTo>
                      <a:pt x="22" y="4342"/>
                      <a:pt x="25" y="4340"/>
                      <a:pt x="28" y="4337"/>
                    </a:cubicBezTo>
                    <a:cubicBezTo>
                      <a:pt x="2246" y="2217"/>
                      <a:pt x="3372" y="46"/>
                      <a:pt x="3382" y="23"/>
                    </a:cubicBezTo>
                    <a:cubicBezTo>
                      <a:pt x="3385" y="15"/>
                      <a:pt x="3382" y="6"/>
                      <a:pt x="3375" y="3"/>
                    </a:cubicBezTo>
                    <a:cubicBezTo>
                      <a:pt x="3372" y="1"/>
                      <a:pt x="3370" y="1"/>
                      <a:pt x="33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9"/>
              <p:cNvSpPr/>
              <p:nvPr/>
            </p:nvSpPr>
            <p:spPr>
              <a:xfrm>
                <a:off x="6618079" y="1015088"/>
                <a:ext cx="56962" cy="82560"/>
              </a:xfrm>
              <a:custGeom>
                <a:rect b="b" l="l" r="r" t="t"/>
                <a:pathLst>
                  <a:path extrusionOk="0" h="1761" w="1215">
                    <a:moveTo>
                      <a:pt x="744" y="1"/>
                    </a:moveTo>
                    <a:cubicBezTo>
                      <a:pt x="740" y="1"/>
                      <a:pt x="735" y="1"/>
                      <a:pt x="730" y="2"/>
                    </a:cubicBezTo>
                    <a:cubicBezTo>
                      <a:pt x="418" y="45"/>
                      <a:pt x="823" y="1301"/>
                      <a:pt x="823" y="1301"/>
                    </a:cubicBezTo>
                    <a:cubicBezTo>
                      <a:pt x="823" y="1301"/>
                      <a:pt x="405" y="730"/>
                      <a:pt x="199" y="730"/>
                    </a:cubicBezTo>
                    <a:cubicBezTo>
                      <a:pt x="176" y="730"/>
                      <a:pt x="155" y="738"/>
                      <a:pt x="138" y="754"/>
                    </a:cubicBezTo>
                    <a:cubicBezTo>
                      <a:pt x="1" y="889"/>
                      <a:pt x="614" y="1551"/>
                      <a:pt x="816" y="1760"/>
                    </a:cubicBezTo>
                    <a:cubicBezTo>
                      <a:pt x="938" y="1581"/>
                      <a:pt x="1073" y="1419"/>
                      <a:pt x="1215" y="1272"/>
                    </a:cubicBezTo>
                    <a:cubicBezTo>
                      <a:pt x="1164" y="947"/>
                      <a:pt x="996" y="1"/>
                      <a:pt x="744" y="1"/>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29"/>
              <p:cNvSpPr/>
              <p:nvPr/>
            </p:nvSpPr>
            <p:spPr>
              <a:xfrm>
                <a:off x="6714235" y="1072566"/>
                <a:ext cx="271778" cy="236991"/>
              </a:xfrm>
              <a:custGeom>
                <a:rect b="b" l="l" r="r" t="t"/>
                <a:pathLst>
                  <a:path extrusionOk="0" h="5055" w="5797">
                    <a:moveTo>
                      <a:pt x="3893" y="0"/>
                    </a:moveTo>
                    <a:cubicBezTo>
                      <a:pt x="3798" y="0"/>
                      <a:pt x="3703" y="7"/>
                      <a:pt x="3608" y="20"/>
                    </a:cubicBezTo>
                    <a:cubicBezTo>
                      <a:pt x="2731" y="144"/>
                      <a:pt x="1527" y="736"/>
                      <a:pt x="1017" y="2927"/>
                    </a:cubicBezTo>
                    <a:cubicBezTo>
                      <a:pt x="925" y="3480"/>
                      <a:pt x="1887" y="4705"/>
                      <a:pt x="659" y="5055"/>
                    </a:cubicBezTo>
                    <a:cubicBezTo>
                      <a:pt x="2998" y="4945"/>
                      <a:pt x="0" y="2460"/>
                      <a:pt x="3024" y="1967"/>
                    </a:cubicBezTo>
                    <a:cubicBezTo>
                      <a:pt x="3250" y="1930"/>
                      <a:pt x="3455" y="1913"/>
                      <a:pt x="3641" y="1913"/>
                    </a:cubicBezTo>
                    <a:cubicBezTo>
                      <a:pt x="4945" y="1913"/>
                      <a:pt x="5289" y="2713"/>
                      <a:pt x="5295" y="2726"/>
                    </a:cubicBezTo>
                    <a:cubicBezTo>
                      <a:pt x="5295" y="2726"/>
                      <a:pt x="5295" y="2725"/>
                      <a:pt x="5298" y="2723"/>
                    </a:cubicBezTo>
                    <a:cubicBezTo>
                      <a:pt x="5298" y="2723"/>
                      <a:pt x="5298" y="2722"/>
                      <a:pt x="5299" y="2722"/>
                    </a:cubicBezTo>
                    <a:cubicBezTo>
                      <a:pt x="5343" y="2674"/>
                      <a:pt x="5668" y="2321"/>
                      <a:pt x="5746" y="1831"/>
                    </a:cubicBezTo>
                    <a:cubicBezTo>
                      <a:pt x="5796" y="1511"/>
                      <a:pt x="5741" y="1132"/>
                      <a:pt x="5437" y="742"/>
                    </a:cubicBezTo>
                    <a:cubicBezTo>
                      <a:pt x="5218" y="464"/>
                      <a:pt x="4932" y="257"/>
                      <a:pt x="4614" y="135"/>
                    </a:cubicBezTo>
                    <a:lnTo>
                      <a:pt x="4613" y="135"/>
                    </a:lnTo>
                    <a:cubicBezTo>
                      <a:pt x="4385" y="46"/>
                      <a:pt x="4141" y="0"/>
                      <a:pt x="3893" y="0"/>
                    </a:cubicBezTo>
                    <a:close/>
                  </a:path>
                </a:pathLst>
              </a:custGeom>
              <a:solidFill>
                <a:srgbClr val="AA5C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9"/>
              <p:cNvSpPr/>
              <p:nvPr/>
            </p:nvSpPr>
            <p:spPr>
              <a:xfrm>
                <a:off x="6868197" y="1411199"/>
                <a:ext cx="63526" cy="11486"/>
              </a:xfrm>
              <a:custGeom>
                <a:rect b="b" l="l" r="r" t="t"/>
                <a:pathLst>
                  <a:path extrusionOk="0" h="245" w="1355">
                    <a:moveTo>
                      <a:pt x="27" y="0"/>
                    </a:moveTo>
                    <a:cubicBezTo>
                      <a:pt x="19" y="0"/>
                      <a:pt x="10" y="5"/>
                      <a:pt x="6" y="14"/>
                    </a:cubicBezTo>
                    <a:cubicBezTo>
                      <a:pt x="0" y="24"/>
                      <a:pt x="5" y="38"/>
                      <a:pt x="17" y="44"/>
                    </a:cubicBezTo>
                    <a:cubicBezTo>
                      <a:pt x="359" y="209"/>
                      <a:pt x="737" y="244"/>
                      <a:pt x="1000" y="244"/>
                    </a:cubicBezTo>
                    <a:cubicBezTo>
                      <a:pt x="1197" y="244"/>
                      <a:pt x="1330" y="225"/>
                      <a:pt x="1333" y="225"/>
                    </a:cubicBezTo>
                    <a:cubicBezTo>
                      <a:pt x="1345" y="222"/>
                      <a:pt x="1355" y="209"/>
                      <a:pt x="1352" y="197"/>
                    </a:cubicBezTo>
                    <a:cubicBezTo>
                      <a:pt x="1350" y="186"/>
                      <a:pt x="1341" y="178"/>
                      <a:pt x="1330" y="178"/>
                    </a:cubicBezTo>
                    <a:cubicBezTo>
                      <a:pt x="1329" y="178"/>
                      <a:pt x="1327" y="178"/>
                      <a:pt x="1326" y="179"/>
                    </a:cubicBezTo>
                    <a:cubicBezTo>
                      <a:pt x="1323" y="179"/>
                      <a:pt x="1194" y="198"/>
                      <a:pt x="1001" y="198"/>
                    </a:cubicBezTo>
                    <a:cubicBezTo>
                      <a:pt x="743" y="198"/>
                      <a:pt x="372" y="164"/>
                      <a:pt x="37" y="3"/>
                    </a:cubicBezTo>
                    <a:cubicBezTo>
                      <a:pt x="34" y="1"/>
                      <a:pt x="30" y="0"/>
                      <a:pt x="27" y="0"/>
                    </a:cubicBez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9"/>
              <p:cNvSpPr/>
              <p:nvPr/>
            </p:nvSpPr>
            <p:spPr>
              <a:xfrm>
                <a:off x="7204647" y="4585097"/>
                <a:ext cx="347634" cy="22035"/>
              </a:xfrm>
              <a:custGeom>
                <a:rect b="b" l="l" r="r" t="t"/>
                <a:pathLst>
                  <a:path extrusionOk="0" h="470" w="7415">
                    <a:moveTo>
                      <a:pt x="11" y="1"/>
                    </a:moveTo>
                    <a:cubicBezTo>
                      <a:pt x="7" y="270"/>
                      <a:pt x="1" y="470"/>
                      <a:pt x="1" y="470"/>
                    </a:cubicBezTo>
                    <a:lnTo>
                      <a:pt x="6874" y="470"/>
                    </a:lnTo>
                    <a:cubicBezTo>
                      <a:pt x="7182" y="470"/>
                      <a:pt x="7379" y="247"/>
                      <a:pt x="7414" y="1"/>
                    </a:cubicBezTo>
                    <a:close/>
                  </a:path>
                </a:pathLst>
              </a:custGeom>
              <a:solidFill>
                <a:srgbClr val="333746">
                  <a:alpha val="4901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9"/>
              <p:cNvSpPr/>
              <p:nvPr/>
            </p:nvSpPr>
            <p:spPr>
              <a:xfrm>
                <a:off x="6939833" y="2366851"/>
                <a:ext cx="175950" cy="7407"/>
              </a:xfrm>
              <a:custGeom>
                <a:rect b="b" l="l" r="r" t="t"/>
                <a:pathLst>
                  <a:path extrusionOk="0" h="158" w="3753">
                    <a:moveTo>
                      <a:pt x="19" y="0"/>
                    </a:moveTo>
                    <a:cubicBezTo>
                      <a:pt x="10" y="0"/>
                      <a:pt x="2" y="6"/>
                      <a:pt x="1" y="14"/>
                    </a:cubicBezTo>
                    <a:cubicBezTo>
                      <a:pt x="1" y="23"/>
                      <a:pt x="7" y="31"/>
                      <a:pt x="15" y="32"/>
                    </a:cubicBezTo>
                    <a:cubicBezTo>
                      <a:pt x="834" y="127"/>
                      <a:pt x="1530" y="158"/>
                      <a:pt x="2091" y="158"/>
                    </a:cubicBezTo>
                    <a:cubicBezTo>
                      <a:pt x="3152" y="158"/>
                      <a:pt x="3730" y="48"/>
                      <a:pt x="3739" y="45"/>
                    </a:cubicBezTo>
                    <a:cubicBezTo>
                      <a:pt x="3747" y="43"/>
                      <a:pt x="3753" y="35"/>
                      <a:pt x="3751" y="26"/>
                    </a:cubicBezTo>
                    <a:cubicBezTo>
                      <a:pt x="3749" y="19"/>
                      <a:pt x="3742" y="14"/>
                      <a:pt x="3735" y="14"/>
                    </a:cubicBezTo>
                    <a:cubicBezTo>
                      <a:pt x="3735" y="14"/>
                      <a:pt x="3734" y="14"/>
                      <a:pt x="3733" y="14"/>
                    </a:cubicBezTo>
                    <a:cubicBezTo>
                      <a:pt x="3724" y="16"/>
                      <a:pt x="3149" y="126"/>
                      <a:pt x="2094" y="126"/>
                    </a:cubicBezTo>
                    <a:cubicBezTo>
                      <a:pt x="1533" y="126"/>
                      <a:pt x="838" y="95"/>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9"/>
              <p:cNvSpPr/>
              <p:nvPr/>
            </p:nvSpPr>
            <p:spPr>
              <a:xfrm>
                <a:off x="6856851" y="2178524"/>
                <a:ext cx="8439" cy="206189"/>
              </a:xfrm>
              <a:custGeom>
                <a:rect b="b" l="l" r="r" t="t"/>
                <a:pathLst>
                  <a:path extrusionOk="0" h="4398" w="180">
                    <a:moveTo>
                      <a:pt x="164" y="1"/>
                    </a:moveTo>
                    <a:cubicBezTo>
                      <a:pt x="155" y="1"/>
                      <a:pt x="147" y="7"/>
                      <a:pt x="147" y="16"/>
                    </a:cubicBezTo>
                    <a:cubicBezTo>
                      <a:pt x="147" y="44"/>
                      <a:pt x="92" y="2800"/>
                      <a:pt x="2" y="4381"/>
                    </a:cubicBezTo>
                    <a:cubicBezTo>
                      <a:pt x="1" y="4390"/>
                      <a:pt x="8" y="4398"/>
                      <a:pt x="16" y="4398"/>
                    </a:cubicBezTo>
                    <a:lnTo>
                      <a:pt x="17" y="4398"/>
                    </a:lnTo>
                    <a:cubicBezTo>
                      <a:pt x="25" y="4398"/>
                      <a:pt x="33" y="4392"/>
                      <a:pt x="33" y="4383"/>
                    </a:cubicBezTo>
                    <a:cubicBezTo>
                      <a:pt x="124" y="2802"/>
                      <a:pt x="178" y="44"/>
                      <a:pt x="179" y="16"/>
                    </a:cubicBezTo>
                    <a:cubicBezTo>
                      <a:pt x="179" y="9"/>
                      <a:pt x="172" y="1"/>
                      <a:pt x="16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9"/>
              <p:cNvSpPr/>
              <p:nvPr/>
            </p:nvSpPr>
            <p:spPr>
              <a:xfrm>
                <a:off x="6744333" y="2004684"/>
                <a:ext cx="100891" cy="380030"/>
              </a:xfrm>
              <a:custGeom>
                <a:rect b="b" l="l" r="r" t="t"/>
                <a:pathLst>
                  <a:path extrusionOk="0" h="8106" w="2152">
                    <a:moveTo>
                      <a:pt x="18" y="0"/>
                    </a:moveTo>
                    <a:cubicBezTo>
                      <a:pt x="16" y="0"/>
                      <a:pt x="14" y="1"/>
                      <a:pt x="12" y="1"/>
                    </a:cubicBezTo>
                    <a:cubicBezTo>
                      <a:pt x="5" y="4"/>
                      <a:pt x="0" y="12"/>
                      <a:pt x="3" y="21"/>
                    </a:cubicBezTo>
                    <a:cubicBezTo>
                      <a:pt x="23" y="82"/>
                      <a:pt x="2006" y="6128"/>
                      <a:pt x="2119" y="8092"/>
                    </a:cubicBezTo>
                    <a:cubicBezTo>
                      <a:pt x="2121" y="8100"/>
                      <a:pt x="2127" y="8106"/>
                      <a:pt x="2134" y="8106"/>
                    </a:cubicBezTo>
                    <a:lnTo>
                      <a:pt x="2136" y="8106"/>
                    </a:lnTo>
                    <a:cubicBezTo>
                      <a:pt x="2145" y="8106"/>
                      <a:pt x="2151" y="8098"/>
                      <a:pt x="2151" y="8089"/>
                    </a:cubicBezTo>
                    <a:cubicBezTo>
                      <a:pt x="2037" y="6121"/>
                      <a:pt x="52" y="72"/>
                      <a:pt x="32" y="11"/>
                    </a:cubicBezTo>
                    <a:cubicBezTo>
                      <a:pt x="30" y="5"/>
                      <a:pt x="25" y="0"/>
                      <a:pt x="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9"/>
              <p:cNvSpPr/>
              <p:nvPr/>
            </p:nvSpPr>
            <p:spPr>
              <a:xfrm>
                <a:off x="7160697" y="3298782"/>
                <a:ext cx="55040" cy="345149"/>
              </a:xfrm>
              <a:custGeom>
                <a:rect b="b" l="l" r="r" t="t"/>
                <a:pathLst>
                  <a:path extrusionOk="0" h="7362" w="1174">
                    <a:moveTo>
                      <a:pt x="18" y="0"/>
                    </a:moveTo>
                    <a:cubicBezTo>
                      <a:pt x="17" y="0"/>
                      <a:pt x="16" y="0"/>
                      <a:pt x="16" y="1"/>
                    </a:cubicBezTo>
                    <a:cubicBezTo>
                      <a:pt x="7" y="2"/>
                      <a:pt x="0" y="10"/>
                      <a:pt x="2" y="19"/>
                    </a:cubicBezTo>
                    <a:lnTo>
                      <a:pt x="1141" y="7350"/>
                    </a:lnTo>
                    <a:cubicBezTo>
                      <a:pt x="1142" y="7357"/>
                      <a:pt x="1149" y="7362"/>
                      <a:pt x="1156" y="7362"/>
                    </a:cubicBezTo>
                    <a:lnTo>
                      <a:pt x="1159" y="7362"/>
                    </a:lnTo>
                    <a:cubicBezTo>
                      <a:pt x="1167" y="7360"/>
                      <a:pt x="1173" y="7353"/>
                      <a:pt x="1172" y="7344"/>
                    </a:cubicBezTo>
                    <a:lnTo>
                      <a:pt x="33" y="14"/>
                    </a:lnTo>
                    <a:cubicBezTo>
                      <a:pt x="31" y="6"/>
                      <a:pt x="25" y="0"/>
                      <a:pt x="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9"/>
              <p:cNvSpPr/>
              <p:nvPr/>
            </p:nvSpPr>
            <p:spPr>
              <a:xfrm>
                <a:off x="6819439" y="1554893"/>
                <a:ext cx="137881" cy="171965"/>
              </a:xfrm>
              <a:custGeom>
                <a:rect b="b" l="l" r="r" t="t"/>
                <a:pathLst>
                  <a:path extrusionOk="0" h="3668" w="2941">
                    <a:moveTo>
                      <a:pt x="2922" y="1"/>
                    </a:moveTo>
                    <a:cubicBezTo>
                      <a:pt x="2916" y="1"/>
                      <a:pt x="2910" y="5"/>
                      <a:pt x="2908" y="12"/>
                    </a:cubicBezTo>
                    <a:cubicBezTo>
                      <a:pt x="2905" y="22"/>
                      <a:pt x="2626" y="911"/>
                      <a:pt x="1503" y="1387"/>
                    </a:cubicBezTo>
                    <a:cubicBezTo>
                      <a:pt x="1127" y="838"/>
                      <a:pt x="817" y="249"/>
                      <a:pt x="814" y="243"/>
                    </a:cubicBezTo>
                    <a:cubicBezTo>
                      <a:pt x="811" y="238"/>
                      <a:pt x="806" y="235"/>
                      <a:pt x="799" y="235"/>
                    </a:cubicBezTo>
                    <a:cubicBezTo>
                      <a:pt x="798" y="235"/>
                      <a:pt x="797" y="235"/>
                      <a:pt x="795" y="236"/>
                    </a:cubicBezTo>
                    <a:cubicBezTo>
                      <a:pt x="789" y="237"/>
                      <a:pt x="785" y="245"/>
                      <a:pt x="785" y="252"/>
                    </a:cubicBezTo>
                    <a:lnTo>
                      <a:pt x="854" y="1482"/>
                    </a:lnTo>
                    <a:cubicBezTo>
                      <a:pt x="854" y="1486"/>
                      <a:pt x="855" y="1489"/>
                      <a:pt x="858" y="1492"/>
                    </a:cubicBezTo>
                    <a:lnTo>
                      <a:pt x="1384" y="1959"/>
                    </a:lnTo>
                    <a:cubicBezTo>
                      <a:pt x="1390" y="2049"/>
                      <a:pt x="1471" y="3063"/>
                      <a:pt x="1448" y="3556"/>
                    </a:cubicBezTo>
                    <a:cubicBezTo>
                      <a:pt x="1369" y="3272"/>
                      <a:pt x="1077" y="2368"/>
                      <a:pt x="349" y="1288"/>
                    </a:cubicBezTo>
                    <a:lnTo>
                      <a:pt x="612" y="951"/>
                    </a:lnTo>
                    <a:cubicBezTo>
                      <a:pt x="615" y="947"/>
                      <a:pt x="615" y="939"/>
                      <a:pt x="612" y="933"/>
                    </a:cubicBezTo>
                    <a:cubicBezTo>
                      <a:pt x="595" y="911"/>
                      <a:pt x="224" y="415"/>
                      <a:pt x="26" y="278"/>
                    </a:cubicBezTo>
                    <a:cubicBezTo>
                      <a:pt x="24" y="277"/>
                      <a:pt x="21" y="276"/>
                      <a:pt x="18" y="276"/>
                    </a:cubicBezTo>
                    <a:cubicBezTo>
                      <a:pt x="13" y="276"/>
                      <a:pt x="8" y="278"/>
                      <a:pt x="5" y="283"/>
                    </a:cubicBezTo>
                    <a:cubicBezTo>
                      <a:pt x="0" y="289"/>
                      <a:pt x="2" y="300"/>
                      <a:pt x="10" y="304"/>
                    </a:cubicBezTo>
                    <a:cubicBezTo>
                      <a:pt x="188" y="428"/>
                      <a:pt x="526" y="872"/>
                      <a:pt x="580" y="942"/>
                    </a:cubicBezTo>
                    <a:lnTo>
                      <a:pt x="317" y="1277"/>
                    </a:lnTo>
                    <a:cubicBezTo>
                      <a:pt x="314" y="1283"/>
                      <a:pt x="314" y="1291"/>
                      <a:pt x="317" y="1295"/>
                    </a:cubicBezTo>
                    <a:cubicBezTo>
                      <a:pt x="1198" y="2598"/>
                      <a:pt x="1441" y="3645"/>
                      <a:pt x="1442" y="3656"/>
                    </a:cubicBezTo>
                    <a:cubicBezTo>
                      <a:pt x="1444" y="3662"/>
                      <a:pt x="1450" y="3668"/>
                      <a:pt x="1457" y="3668"/>
                    </a:cubicBezTo>
                    <a:lnTo>
                      <a:pt x="1459" y="3668"/>
                    </a:lnTo>
                    <a:cubicBezTo>
                      <a:pt x="1467" y="3668"/>
                      <a:pt x="1473" y="3662"/>
                      <a:pt x="1473" y="3654"/>
                    </a:cubicBezTo>
                    <a:cubicBezTo>
                      <a:pt x="1516" y="3191"/>
                      <a:pt x="1415" y="1963"/>
                      <a:pt x="1415" y="1951"/>
                    </a:cubicBezTo>
                    <a:cubicBezTo>
                      <a:pt x="1413" y="1946"/>
                      <a:pt x="1412" y="1943"/>
                      <a:pt x="1409" y="1940"/>
                    </a:cubicBezTo>
                    <a:lnTo>
                      <a:pt x="884" y="1474"/>
                    </a:lnTo>
                    <a:lnTo>
                      <a:pt x="820" y="320"/>
                    </a:lnTo>
                    <a:lnTo>
                      <a:pt x="820" y="320"/>
                    </a:lnTo>
                    <a:cubicBezTo>
                      <a:pt x="910" y="488"/>
                      <a:pt x="1176" y="966"/>
                      <a:pt x="1485" y="1414"/>
                    </a:cubicBezTo>
                    <a:cubicBezTo>
                      <a:pt x="1488" y="1419"/>
                      <a:pt x="1493" y="1422"/>
                      <a:pt x="1498" y="1422"/>
                    </a:cubicBezTo>
                    <a:cubicBezTo>
                      <a:pt x="1500" y="1422"/>
                      <a:pt x="1502" y="1421"/>
                      <a:pt x="1503" y="1421"/>
                    </a:cubicBezTo>
                    <a:cubicBezTo>
                      <a:pt x="2103" y="1170"/>
                      <a:pt x="2460" y="803"/>
                      <a:pt x="2655" y="540"/>
                    </a:cubicBezTo>
                    <a:cubicBezTo>
                      <a:pt x="2866" y="254"/>
                      <a:pt x="2937" y="23"/>
                      <a:pt x="2937" y="22"/>
                    </a:cubicBezTo>
                    <a:cubicBezTo>
                      <a:pt x="2940" y="12"/>
                      <a:pt x="2936" y="5"/>
                      <a:pt x="2927" y="2"/>
                    </a:cubicBezTo>
                    <a:cubicBezTo>
                      <a:pt x="2925" y="1"/>
                      <a:pt x="2923" y="1"/>
                      <a:pt x="292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9"/>
              <p:cNvSpPr/>
              <p:nvPr/>
            </p:nvSpPr>
            <p:spPr>
              <a:xfrm>
                <a:off x="6886950" y="1725358"/>
                <a:ext cx="176794" cy="648573"/>
              </a:xfrm>
              <a:custGeom>
                <a:rect b="b" l="l" r="r" t="t"/>
                <a:pathLst>
                  <a:path extrusionOk="0" h="13834" w="3771">
                    <a:moveTo>
                      <a:pt x="18" y="1"/>
                    </a:moveTo>
                    <a:cubicBezTo>
                      <a:pt x="14" y="1"/>
                      <a:pt x="11" y="2"/>
                      <a:pt x="8" y="4"/>
                    </a:cubicBezTo>
                    <a:cubicBezTo>
                      <a:pt x="1" y="9"/>
                      <a:pt x="1" y="20"/>
                      <a:pt x="5" y="26"/>
                    </a:cubicBezTo>
                    <a:cubicBezTo>
                      <a:pt x="8" y="29"/>
                      <a:pt x="212" y="278"/>
                      <a:pt x="380" y="715"/>
                    </a:cubicBezTo>
                    <a:cubicBezTo>
                      <a:pt x="536" y="1121"/>
                      <a:pt x="693" y="1772"/>
                      <a:pt x="559" y="2582"/>
                    </a:cubicBezTo>
                    <a:cubicBezTo>
                      <a:pt x="400" y="3539"/>
                      <a:pt x="812" y="5057"/>
                      <a:pt x="1072" y="5875"/>
                    </a:cubicBezTo>
                    <a:cubicBezTo>
                      <a:pt x="1453" y="7071"/>
                      <a:pt x="1977" y="8256"/>
                      <a:pt x="2377" y="8828"/>
                    </a:cubicBezTo>
                    <a:cubicBezTo>
                      <a:pt x="2664" y="9237"/>
                      <a:pt x="3084" y="10077"/>
                      <a:pt x="3375" y="11028"/>
                    </a:cubicBezTo>
                    <a:cubicBezTo>
                      <a:pt x="3690" y="12063"/>
                      <a:pt x="3740" y="12887"/>
                      <a:pt x="3516" y="13347"/>
                    </a:cubicBezTo>
                    <a:cubicBezTo>
                      <a:pt x="3376" y="13631"/>
                      <a:pt x="3132" y="13784"/>
                      <a:pt x="2791" y="13801"/>
                    </a:cubicBezTo>
                    <a:cubicBezTo>
                      <a:pt x="2782" y="13802"/>
                      <a:pt x="2776" y="13809"/>
                      <a:pt x="2776" y="13818"/>
                    </a:cubicBezTo>
                    <a:cubicBezTo>
                      <a:pt x="2776" y="13825"/>
                      <a:pt x="2783" y="13833"/>
                      <a:pt x="2791" y="13833"/>
                    </a:cubicBezTo>
                    <a:lnTo>
                      <a:pt x="2792" y="13833"/>
                    </a:lnTo>
                    <a:cubicBezTo>
                      <a:pt x="3146" y="13815"/>
                      <a:pt x="3399" y="13656"/>
                      <a:pt x="3543" y="13361"/>
                    </a:cubicBezTo>
                    <a:cubicBezTo>
                      <a:pt x="3771" y="12894"/>
                      <a:pt x="3722" y="12063"/>
                      <a:pt x="3404" y="11020"/>
                    </a:cubicBezTo>
                    <a:cubicBezTo>
                      <a:pt x="3113" y="10064"/>
                      <a:pt x="2691" y="9220"/>
                      <a:pt x="2403" y="8809"/>
                    </a:cubicBezTo>
                    <a:cubicBezTo>
                      <a:pt x="2003" y="8240"/>
                      <a:pt x="1482" y="7059"/>
                      <a:pt x="1103" y="5866"/>
                    </a:cubicBezTo>
                    <a:cubicBezTo>
                      <a:pt x="843" y="5050"/>
                      <a:pt x="432" y="3538"/>
                      <a:pt x="589" y="2587"/>
                    </a:cubicBezTo>
                    <a:cubicBezTo>
                      <a:pt x="725" y="1769"/>
                      <a:pt x="566" y="1111"/>
                      <a:pt x="409" y="703"/>
                    </a:cubicBezTo>
                    <a:cubicBezTo>
                      <a:pt x="238" y="261"/>
                      <a:pt x="31" y="9"/>
                      <a:pt x="30" y="6"/>
                    </a:cubicBezTo>
                    <a:cubicBezTo>
                      <a:pt x="26" y="3"/>
                      <a:pt x="22" y="1"/>
                      <a:pt x="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9"/>
              <p:cNvSpPr/>
              <p:nvPr/>
            </p:nvSpPr>
            <p:spPr>
              <a:xfrm>
                <a:off x="6667915" y="1493665"/>
                <a:ext cx="153868" cy="142710"/>
              </a:xfrm>
              <a:custGeom>
                <a:rect b="b" l="l" r="r" t="t"/>
                <a:pathLst>
                  <a:path extrusionOk="0" h="3044" w="3282">
                    <a:moveTo>
                      <a:pt x="537" y="51"/>
                    </a:moveTo>
                    <a:cubicBezTo>
                      <a:pt x="586" y="134"/>
                      <a:pt x="745" y="381"/>
                      <a:pt x="1046" y="655"/>
                    </a:cubicBezTo>
                    <a:cubicBezTo>
                      <a:pt x="1234" y="826"/>
                      <a:pt x="1444" y="978"/>
                      <a:pt x="1670" y="1107"/>
                    </a:cubicBezTo>
                    <a:cubicBezTo>
                      <a:pt x="2130" y="1369"/>
                      <a:pt x="2656" y="1539"/>
                      <a:pt x="3235" y="1612"/>
                    </a:cubicBezTo>
                    <a:cubicBezTo>
                      <a:pt x="3239" y="1649"/>
                      <a:pt x="3246" y="1771"/>
                      <a:pt x="3228" y="1944"/>
                    </a:cubicBezTo>
                    <a:cubicBezTo>
                      <a:pt x="3222" y="2013"/>
                      <a:pt x="3211" y="2083"/>
                      <a:pt x="3197" y="2152"/>
                    </a:cubicBezTo>
                    <a:cubicBezTo>
                      <a:pt x="3197" y="2153"/>
                      <a:pt x="3197" y="2153"/>
                      <a:pt x="3197" y="2153"/>
                    </a:cubicBezTo>
                    <a:cubicBezTo>
                      <a:pt x="3185" y="2216"/>
                      <a:pt x="3170" y="2279"/>
                      <a:pt x="3153" y="2338"/>
                    </a:cubicBezTo>
                    <a:cubicBezTo>
                      <a:pt x="3086" y="2577"/>
                      <a:pt x="2983" y="2803"/>
                      <a:pt x="2847" y="3012"/>
                    </a:cubicBezTo>
                    <a:cubicBezTo>
                      <a:pt x="2488" y="3008"/>
                      <a:pt x="1893" y="2785"/>
                      <a:pt x="1294" y="2427"/>
                    </a:cubicBezTo>
                    <a:cubicBezTo>
                      <a:pt x="679" y="2060"/>
                      <a:pt x="208" y="1644"/>
                      <a:pt x="34" y="1314"/>
                    </a:cubicBezTo>
                    <a:cubicBezTo>
                      <a:pt x="71" y="1221"/>
                      <a:pt x="107" y="1129"/>
                      <a:pt x="143" y="1040"/>
                    </a:cubicBezTo>
                    <a:cubicBezTo>
                      <a:pt x="334" y="556"/>
                      <a:pt x="493" y="160"/>
                      <a:pt x="537" y="51"/>
                    </a:cubicBezTo>
                    <a:close/>
                    <a:moveTo>
                      <a:pt x="534" y="1"/>
                    </a:moveTo>
                    <a:cubicBezTo>
                      <a:pt x="528" y="1"/>
                      <a:pt x="523" y="5"/>
                      <a:pt x="520" y="10"/>
                    </a:cubicBezTo>
                    <a:cubicBezTo>
                      <a:pt x="519" y="14"/>
                      <a:pt x="338" y="461"/>
                      <a:pt x="114" y="1030"/>
                    </a:cubicBezTo>
                    <a:cubicBezTo>
                      <a:pt x="77" y="1120"/>
                      <a:pt x="40" y="1213"/>
                      <a:pt x="2" y="1309"/>
                    </a:cubicBezTo>
                    <a:cubicBezTo>
                      <a:pt x="0" y="1312"/>
                      <a:pt x="2" y="1317"/>
                      <a:pt x="3" y="1322"/>
                    </a:cubicBezTo>
                    <a:cubicBezTo>
                      <a:pt x="178" y="1658"/>
                      <a:pt x="655" y="2081"/>
                      <a:pt x="1279" y="2454"/>
                    </a:cubicBezTo>
                    <a:cubicBezTo>
                      <a:pt x="1887" y="2817"/>
                      <a:pt x="2491" y="3043"/>
                      <a:pt x="2856" y="3043"/>
                    </a:cubicBezTo>
                    <a:cubicBezTo>
                      <a:pt x="2861" y="3043"/>
                      <a:pt x="2866" y="3041"/>
                      <a:pt x="2869" y="3037"/>
                    </a:cubicBezTo>
                    <a:cubicBezTo>
                      <a:pt x="3009" y="2823"/>
                      <a:pt x="3115" y="2592"/>
                      <a:pt x="3182" y="2347"/>
                    </a:cubicBezTo>
                    <a:cubicBezTo>
                      <a:pt x="3200" y="2286"/>
                      <a:pt x="3214" y="2224"/>
                      <a:pt x="3226" y="2161"/>
                    </a:cubicBezTo>
                    <a:cubicBezTo>
                      <a:pt x="3226" y="2161"/>
                      <a:pt x="3228" y="2161"/>
                      <a:pt x="3228" y="2159"/>
                    </a:cubicBezTo>
                    <a:cubicBezTo>
                      <a:pt x="3242" y="2089"/>
                      <a:pt x="3252" y="2017"/>
                      <a:pt x="3260" y="1947"/>
                    </a:cubicBezTo>
                    <a:cubicBezTo>
                      <a:pt x="3281" y="1734"/>
                      <a:pt x="3266" y="1601"/>
                      <a:pt x="3266" y="1597"/>
                    </a:cubicBezTo>
                    <a:cubicBezTo>
                      <a:pt x="3265" y="1589"/>
                      <a:pt x="3258" y="1583"/>
                      <a:pt x="3252" y="1583"/>
                    </a:cubicBezTo>
                    <a:cubicBezTo>
                      <a:pt x="2671" y="1511"/>
                      <a:pt x="2144" y="1341"/>
                      <a:pt x="1685" y="1080"/>
                    </a:cubicBezTo>
                    <a:cubicBezTo>
                      <a:pt x="1460" y="952"/>
                      <a:pt x="1253" y="802"/>
                      <a:pt x="1068" y="634"/>
                    </a:cubicBezTo>
                    <a:cubicBezTo>
                      <a:pt x="705" y="303"/>
                      <a:pt x="551" y="11"/>
                      <a:pt x="549" y="8"/>
                    </a:cubicBezTo>
                    <a:cubicBezTo>
                      <a:pt x="546" y="4"/>
                      <a:pt x="540" y="1"/>
                      <a:pt x="5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9"/>
              <p:cNvSpPr/>
              <p:nvPr/>
            </p:nvSpPr>
            <p:spPr>
              <a:xfrm>
                <a:off x="6663883" y="1555315"/>
                <a:ext cx="152603" cy="98875"/>
              </a:xfrm>
              <a:custGeom>
                <a:rect b="b" l="l" r="r" t="t"/>
                <a:pathLst>
                  <a:path extrusionOk="0" h="2109" w="3255">
                    <a:moveTo>
                      <a:pt x="103" y="0"/>
                    </a:moveTo>
                    <a:cubicBezTo>
                      <a:pt x="70" y="14"/>
                      <a:pt x="36" y="28"/>
                      <a:pt x="1" y="43"/>
                    </a:cubicBezTo>
                    <a:cubicBezTo>
                      <a:pt x="912" y="1745"/>
                      <a:pt x="2997" y="2109"/>
                      <a:pt x="2997" y="2109"/>
                    </a:cubicBezTo>
                    <a:lnTo>
                      <a:pt x="3254" y="1028"/>
                    </a:lnTo>
                    <a:lnTo>
                      <a:pt x="3254" y="1028"/>
                    </a:lnTo>
                    <a:cubicBezTo>
                      <a:pt x="3253" y="1029"/>
                      <a:pt x="3253" y="1031"/>
                      <a:pt x="3253" y="1032"/>
                    </a:cubicBezTo>
                    <a:cubicBezTo>
                      <a:pt x="3250" y="1045"/>
                      <a:pt x="3247" y="1057"/>
                      <a:pt x="3242" y="1068"/>
                    </a:cubicBezTo>
                    <a:cubicBezTo>
                      <a:pt x="3239" y="1078"/>
                      <a:pt x="3236" y="1087"/>
                      <a:pt x="3233" y="1098"/>
                    </a:cubicBezTo>
                    <a:cubicBezTo>
                      <a:pt x="3214" y="1158"/>
                      <a:pt x="3193" y="1219"/>
                      <a:pt x="3167" y="1282"/>
                    </a:cubicBezTo>
                    <a:cubicBezTo>
                      <a:pt x="3164" y="1291"/>
                      <a:pt x="3159" y="1301"/>
                      <a:pt x="3156" y="1311"/>
                    </a:cubicBezTo>
                    <a:cubicBezTo>
                      <a:pt x="3155" y="1315"/>
                      <a:pt x="3153" y="1318"/>
                      <a:pt x="3150" y="1323"/>
                    </a:cubicBezTo>
                    <a:cubicBezTo>
                      <a:pt x="3147" y="1331"/>
                      <a:pt x="3144" y="1338"/>
                      <a:pt x="3141" y="1346"/>
                    </a:cubicBezTo>
                    <a:cubicBezTo>
                      <a:pt x="3138" y="1355"/>
                      <a:pt x="3133" y="1364"/>
                      <a:pt x="3129" y="1372"/>
                    </a:cubicBezTo>
                    <a:cubicBezTo>
                      <a:pt x="3124" y="1386"/>
                      <a:pt x="3118" y="1398"/>
                      <a:pt x="3112" y="1410"/>
                    </a:cubicBezTo>
                    <a:cubicBezTo>
                      <a:pt x="3107" y="1421"/>
                      <a:pt x="3103" y="1430"/>
                      <a:pt x="3097" y="1441"/>
                    </a:cubicBezTo>
                    <a:cubicBezTo>
                      <a:pt x="3089" y="1457"/>
                      <a:pt x="3081" y="1474"/>
                      <a:pt x="3072" y="1491"/>
                    </a:cubicBezTo>
                    <a:cubicBezTo>
                      <a:pt x="3066" y="1500"/>
                      <a:pt x="3062" y="1511"/>
                      <a:pt x="3055" y="1520"/>
                    </a:cubicBezTo>
                    <a:cubicBezTo>
                      <a:pt x="3048" y="1535"/>
                      <a:pt x="3040" y="1549"/>
                      <a:pt x="3033" y="1564"/>
                    </a:cubicBezTo>
                    <a:cubicBezTo>
                      <a:pt x="3026" y="1575"/>
                      <a:pt x="3020" y="1587"/>
                      <a:pt x="3013" y="1598"/>
                    </a:cubicBezTo>
                    <a:cubicBezTo>
                      <a:pt x="3013" y="1600"/>
                      <a:pt x="3011" y="1600"/>
                      <a:pt x="3011" y="1601"/>
                    </a:cubicBezTo>
                    <a:cubicBezTo>
                      <a:pt x="3005" y="1612"/>
                      <a:pt x="2999" y="1623"/>
                      <a:pt x="2991" y="1635"/>
                    </a:cubicBezTo>
                    <a:cubicBezTo>
                      <a:pt x="2982" y="1650"/>
                      <a:pt x="2973" y="1665"/>
                      <a:pt x="2964" y="1681"/>
                    </a:cubicBezTo>
                    <a:cubicBezTo>
                      <a:pt x="2956" y="1691"/>
                      <a:pt x="2950" y="1702"/>
                      <a:pt x="2942" y="1713"/>
                    </a:cubicBezTo>
                    <a:cubicBezTo>
                      <a:pt x="2169" y="1713"/>
                      <a:pt x="476" y="719"/>
                      <a:pt x="103" y="0"/>
                    </a:cubicBezTo>
                    <a:close/>
                  </a:path>
                </a:pathLst>
              </a:custGeom>
              <a:solidFill>
                <a:srgbClr val="C8D3F4">
                  <a:alpha val="1333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9"/>
              <p:cNvSpPr/>
              <p:nvPr/>
            </p:nvSpPr>
            <p:spPr>
              <a:xfrm>
                <a:off x="6611796" y="1067081"/>
                <a:ext cx="298735" cy="353588"/>
              </a:xfrm>
              <a:custGeom>
                <a:rect b="b" l="l" r="r" t="t"/>
                <a:pathLst>
                  <a:path extrusionOk="0" h="7542" w="6372">
                    <a:moveTo>
                      <a:pt x="6369" y="139"/>
                    </a:moveTo>
                    <a:cubicBezTo>
                      <a:pt x="6369" y="139"/>
                      <a:pt x="6370" y="139"/>
                      <a:pt x="6370" y="139"/>
                    </a:cubicBezTo>
                    <a:lnTo>
                      <a:pt x="6371" y="139"/>
                    </a:lnTo>
                    <a:cubicBezTo>
                      <a:pt x="6370" y="139"/>
                      <a:pt x="6369" y="139"/>
                      <a:pt x="6369" y="139"/>
                    </a:cubicBezTo>
                    <a:close/>
                    <a:moveTo>
                      <a:pt x="5449" y="1"/>
                    </a:moveTo>
                    <a:cubicBezTo>
                      <a:pt x="4757" y="1"/>
                      <a:pt x="3788" y="223"/>
                      <a:pt x="2954" y="1231"/>
                    </a:cubicBezTo>
                    <a:cubicBezTo>
                      <a:pt x="3298" y="1063"/>
                      <a:pt x="3533" y="1055"/>
                      <a:pt x="3578" y="1055"/>
                    </a:cubicBezTo>
                    <a:cubicBezTo>
                      <a:pt x="3583" y="1055"/>
                      <a:pt x="3585" y="1055"/>
                      <a:pt x="3585" y="1055"/>
                    </a:cubicBezTo>
                    <a:cubicBezTo>
                      <a:pt x="3585" y="1055"/>
                      <a:pt x="2774" y="1623"/>
                      <a:pt x="2254" y="2683"/>
                    </a:cubicBezTo>
                    <a:cubicBezTo>
                      <a:pt x="2365" y="2574"/>
                      <a:pt x="2533" y="2544"/>
                      <a:pt x="2683" y="2544"/>
                    </a:cubicBezTo>
                    <a:cubicBezTo>
                      <a:pt x="2862" y="2544"/>
                      <a:pt x="3015" y="2587"/>
                      <a:pt x="3015" y="2587"/>
                    </a:cubicBezTo>
                    <a:cubicBezTo>
                      <a:pt x="3015" y="2587"/>
                      <a:pt x="2603" y="3678"/>
                      <a:pt x="1322" y="3678"/>
                    </a:cubicBezTo>
                    <a:cubicBezTo>
                      <a:pt x="972" y="3678"/>
                      <a:pt x="558" y="3597"/>
                      <a:pt x="69" y="3389"/>
                    </a:cubicBezTo>
                    <a:lnTo>
                      <a:pt x="69" y="3389"/>
                    </a:lnTo>
                    <a:cubicBezTo>
                      <a:pt x="0" y="4770"/>
                      <a:pt x="557" y="5851"/>
                      <a:pt x="1733" y="6277"/>
                    </a:cubicBezTo>
                    <a:cubicBezTo>
                      <a:pt x="1358" y="7104"/>
                      <a:pt x="1943" y="7542"/>
                      <a:pt x="2335" y="7542"/>
                    </a:cubicBezTo>
                    <a:cubicBezTo>
                      <a:pt x="2339" y="7542"/>
                      <a:pt x="2344" y="7542"/>
                      <a:pt x="2349" y="7542"/>
                    </a:cubicBezTo>
                    <a:cubicBezTo>
                      <a:pt x="2350" y="7520"/>
                      <a:pt x="2350" y="7500"/>
                      <a:pt x="2350" y="7479"/>
                    </a:cubicBezTo>
                    <a:cubicBezTo>
                      <a:pt x="2350" y="7462"/>
                      <a:pt x="2350" y="7444"/>
                      <a:pt x="2352" y="7427"/>
                    </a:cubicBezTo>
                    <a:cubicBezTo>
                      <a:pt x="2352" y="7410"/>
                      <a:pt x="2352" y="7392"/>
                      <a:pt x="2352" y="7375"/>
                    </a:cubicBezTo>
                    <a:cubicBezTo>
                      <a:pt x="2353" y="7340"/>
                      <a:pt x="2353" y="7306"/>
                      <a:pt x="2353" y="7271"/>
                    </a:cubicBezTo>
                    <a:cubicBezTo>
                      <a:pt x="2355" y="7254"/>
                      <a:pt x="2355" y="7237"/>
                      <a:pt x="2355" y="7221"/>
                    </a:cubicBezTo>
                    <a:cubicBezTo>
                      <a:pt x="2355" y="7185"/>
                      <a:pt x="2355" y="7152"/>
                      <a:pt x="2355" y="7118"/>
                    </a:cubicBezTo>
                    <a:cubicBezTo>
                      <a:pt x="2356" y="6984"/>
                      <a:pt x="2356" y="6854"/>
                      <a:pt x="2355" y="6731"/>
                    </a:cubicBezTo>
                    <a:lnTo>
                      <a:pt x="2355" y="6730"/>
                    </a:lnTo>
                    <a:cubicBezTo>
                      <a:pt x="2353" y="6684"/>
                      <a:pt x="2353" y="6640"/>
                      <a:pt x="2352" y="6597"/>
                    </a:cubicBezTo>
                    <a:cubicBezTo>
                      <a:pt x="2352" y="6582"/>
                      <a:pt x="2350" y="6566"/>
                      <a:pt x="2350" y="6551"/>
                    </a:cubicBezTo>
                    <a:cubicBezTo>
                      <a:pt x="2350" y="6523"/>
                      <a:pt x="2349" y="6497"/>
                      <a:pt x="2347" y="6471"/>
                    </a:cubicBezTo>
                    <a:cubicBezTo>
                      <a:pt x="2346" y="6403"/>
                      <a:pt x="2341" y="6337"/>
                      <a:pt x="2338" y="6277"/>
                    </a:cubicBezTo>
                    <a:cubicBezTo>
                      <a:pt x="2321" y="6146"/>
                      <a:pt x="2307" y="6014"/>
                      <a:pt x="2295" y="5889"/>
                    </a:cubicBezTo>
                    <a:cubicBezTo>
                      <a:pt x="2286" y="5892"/>
                      <a:pt x="2275" y="5894"/>
                      <a:pt x="2266" y="5895"/>
                    </a:cubicBezTo>
                    <a:cubicBezTo>
                      <a:pt x="2244" y="5898"/>
                      <a:pt x="2223" y="5899"/>
                      <a:pt x="2201" y="5899"/>
                    </a:cubicBezTo>
                    <a:cubicBezTo>
                      <a:pt x="1818" y="5899"/>
                      <a:pt x="1457" y="5457"/>
                      <a:pt x="1379" y="4869"/>
                    </a:cubicBezTo>
                    <a:cubicBezTo>
                      <a:pt x="1297" y="4250"/>
                      <a:pt x="1560" y="3703"/>
                      <a:pt x="1966" y="3648"/>
                    </a:cubicBezTo>
                    <a:cubicBezTo>
                      <a:pt x="1988" y="3645"/>
                      <a:pt x="2009" y="3644"/>
                      <a:pt x="2030" y="3644"/>
                    </a:cubicBezTo>
                    <a:cubicBezTo>
                      <a:pt x="2175" y="3644"/>
                      <a:pt x="2316" y="3706"/>
                      <a:pt x="2440" y="3816"/>
                    </a:cubicBezTo>
                    <a:cubicBezTo>
                      <a:pt x="2645" y="3998"/>
                      <a:pt x="2803" y="4307"/>
                      <a:pt x="2852" y="4674"/>
                    </a:cubicBezTo>
                    <a:cubicBezTo>
                      <a:pt x="2875" y="4848"/>
                      <a:pt x="2872" y="5018"/>
                      <a:pt x="2844" y="5170"/>
                    </a:cubicBezTo>
                    <a:cubicBezTo>
                      <a:pt x="4073" y="4822"/>
                      <a:pt x="3110" y="3597"/>
                      <a:pt x="3202" y="3042"/>
                    </a:cubicBezTo>
                    <a:cubicBezTo>
                      <a:pt x="3712" y="851"/>
                      <a:pt x="4916" y="260"/>
                      <a:pt x="5793" y="137"/>
                    </a:cubicBezTo>
                    <a:cubicBezTo>
                      <a:pt x="5888" y="124"/>
                      <a:pt x="5982" y="117"/>
                      <a:pt x="6076" y="117"/>
                    </a:cubicBezTo>
                    <a:cubicBezTo>
                      <a:pt x="6175" y="117"/>
                      <a:pt x="6273" y="125"/>
                      <a:pt x="6369" y="139"/>
                    </a:cubicBezTo>
                    <a:lnTo>
                      <a:pt x="6369" y="139"/>
                    </a:lnTo>
                    <a:cubicBezTo>
                      <a:pt x="6347" y="131"/>
                      <a:pt x="5979" y="1"/>
                      <a:pt x="5449" y="1"/>
                    </a:cubicBezTo>
                    <a:close/>
                  </a:path>
                </a:pathLst>
              </a:custGeom>
              <a:solidFill>
                <a:srgbClr val="9E3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9"/>
              <p:cNvSpPr/>
              <p:nvPr/>
            </p:nvSpPr>
            <p:spPr>
              <a:xfrm>
                <a:off x="7008797" y="1575850"/>
                <a:ext cx="96015" cy="500611"/>
              </a:xfrm>
              <a:custGeom>
                <a:rect b="b" l="l" r="r" t="t"/>
                <a:pathLst>
                  <a:path extrusionOk="0" h="10678" w="2048">
                    <a:moveTo>
                      <a:pt x="19" y="0"/>
                    </a:moveTo>
                    <a:cubicBezTo>
                      <a:pt x="17" y="0"/>
                      <a:pt x="15" y="1"/>
                      <a:pt x="13" y="1"/>
                    </a:cubicBezTo>
                    <a:cubicBezTo>
                      <a:pt x="5" y="4"/>
                      <a:pt x="1" y="13"/>
                      <a:pt x="4" y="21"/>
                    </a:cubicBezTo>
                    <a:cubicBezTo>
                      <a:pt x="343" y="980"/>
                      <a:pt x="1147" y="3346"/>
                      <a:pt x="1300" y="4632"/>
                    </a:cubicBezTo>
                    <a:cubicBezTo>
                      <a:pt x="1328" y="4863"/>
                      <a:pt x="1374" y="5205"/>
                      <a:pt x="1432" y="5640"/>
                    </a:cubicBezTo>
                    <a:cubicBezTo>
                      <a:pt x="1562" y="6629"/>
                      <a:pt x="1742" y="7983"/>
                      <a:pt x="1887" y="9344"/>
                    </a:cubicBezTo>
                    <a:cubicBezTo>
                      <a:pt x="1938" y="9818"/>
                      <a:pt x="1982" y="10261"/>
                      <a:pt x="2016" y="10663"/>
                    </a:cubicBezTo>
                    <a:cubicBezTo>
                      <a:pt x="2017" y="10671"/>
                      <a:pt x="2023" y="10677"/>
                      <a:pt x="2031" y="10677"/>
                    </a:cubicBezTo>
                    <a:lnTo>
                      <a:pt x="2033" y="10677"/>
                    </a:lnTo>
                    <a:cubicBezTo>
                      <a:pt x="2042" y="10677"/>
                      <a:pt x="2048" y="10670"/>
                      <a:pt x="2046" y="10660"/>
                    </a:cubicBezTo>
                    <a:cubicBezTo>
                      <a:pt x="2013" y="10258"/>
                      <a:pt x="1970" y="9815"/>
                      <a:pt x="1918" y="9339"/>
                    </a:cubicBezTo>
                    <a:cubicBezTo>
                      <a:pt x="1773" y="7979"/>
                      <a:pt x="1594" y="6624"/>
                      <a:pt x="1462" y="5637"/>
                    </a:cubicBezTo>
                    <a:cubicBezTo>
                      <a:pt x="1404" y="5201"/>
                      <a:pt x="1358" y="4858"/>
                      <a:pt x="1331" y="4628"/>
                    </a:cubicBezTo>
                    <a:cubicBezTo>
                      <a:pt x="1178" y="3339"/>
                      <a:pt x="372" y="970"/>
                      <a:pt x="33" y="10"/>
                    </a:cubicBezTo>
                    <a:cubicBezTo>
                      <a:pt x="32" y="4"/>
                      <a:pt x="26" y="0"/>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9"/>
              <p:cNvSpPr/>
              <p:nvPr/>
            </p:nvSpPr>
            <p:spPr>
              <a:xfrm>
                <a:off x="6539410" y="1603979"/>
                <a:ext cx="113503" cy="430616"/>
              </a:xfrm>
              <a:custGeom>
                <a:rect b="b" l="l" r="r" t="t"/>
                <a:pathLst>
                  <a:path extrusionOk="0" h="9185" w="2421">
                    <a:moveTo>
                      <a:pt x="18" y="1"/>
                    </a:moveTo>
                    <a:cubicBezTo>
                      <a:pt x="12" y="1"/>
                      <a:pt x="7" y="4"/>
                      <a:pt x="3" y="8"/>
                    </a:cubicBezTo>
                    <a:cubicBezTo>
                      <a:pt x="0" y="16"/>
                      <a:pt x="2" y="26"/>
                      <a:pt x="9" y="30"/>
                    </a:cubicBezTo>
                    <a:cubicBezTo>
                      <a:pt x="335" y="201"/>
                      <a:pt x="957" y="586"/>
                      <a:pt x="1471" y="1253"/>
                    </a:cubicBezTo>
                    <a:cubicBezTo>
                      <a:pt x="1472" y="1253"/>
                      <a:pt x="1472" y="1254"/>
                      <a:pt x="1472" y="1254"/>
                    </a:cubicBezTo>
                    <a:cubicBezTo>
                      <a:pt x="1691" y="1539"/>
                      <a:pt x="1871" y="1847"/>
                      <a:pt x="2008" y="2173"/>
                    </a:cubicBezTo>
                    <a:cubicBezTo>
                      <a:pt x="2287" y="2844"/>
                      <a:pt x="2388" y="3601"/>
                      <a:pt x="2307" y="4422"/>
                    </a:cubicBezTo>
                    <a:cubicBezTo>
                      <a:pt x="1980" y="7753"/>
                      <a:pt x="1491" y="9105"/>
                      <a:pt x="1471" y="9161"/>
                    </a:cubicBezTo>
                    <a:cubicBezTo>
                      <a:pt x="1468" y="9168"/>
                      <a:pt x="1468" y="9174"/>
                      <a:pt x="1472" y="9180"/>
                    </a:cubicBezTo>
                    <a:lnTo>
                      <a:pt x="1474" y="9180"/>
                    </a:lnTo>
                    <a:cubicBezTo>
                      <a:pt x="1477" y="9183"/>
                      <a:pt x="1480" y="9184"/>
                      <a:pt x="1485" y="9184"/>
                    </a:cubicBezTo>
                    <a:cubicBezTo>
                      <a:pt x="1486" y="9184"/>
                      <a:pt x="1486" y="9184"/>
                      <a:pt x="1488" y="9183"/>
                    </a:cubicBezTo>
                    <a:cubicBezTo>
                      <a:pt x="1492" y="9183"/>
                      <a:pt x="1497" y="9178"/>
                      <a:pt x="1498" y="9174"/>
                    </a:cubicBezTo>
                    <a:cubicBezTo>
                      <a:pt x="1505" y="9160"/>
                      <a:pt x="2004" y="7818"/>
                      <a:pt x="2339" y="4425"/>
                    </a:cubicBezTo>
                    <a:cubicBezTo>
                      <a:pt x="2420" y="3599"/>
                      <a:pt x="2318" y="2838"/>
                      <a:pt x="2037" y="2161"/>
                    </a:cubicBezTo>
                    <a:cubicBezTo>
                      <a:pt x="1899" y="1832"/>
                      <a:pt x="1717" y="1522"/>
                      <a:pt x="1497" y="1236"/>
                    </a:cubicBezTo>
                    <a:cubicBezTo>
                      <a:pt x="1497" y="1236"/>
                      <a:pt x="1497" y="1234"/>
                      <a:pt x="1497" y="1234"/>
                    </a:cubicBezTo>
                    <a:cubicBezTo>
                      <a:pt x="979" y="563"/>
                      <a:pt x="352" y="175"/>
                      <a:pt x="25" y="2"/>
                    </a:cubicBezTo>
                    <a:cubicBezTo>
                      <a:pt x="23" y="1"/>
                      <a:pt x="20" y="1"/>
                      <a:pt x="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9"/>
              <p:cNvSpPr/>
              <p:nvPr/>
            </p:nvSpPr>
            <p:spPr>
              <a:xfrm>
                <a:off x="6380572" y="1598588"/>
                <a:ext cx="153353" cy="447259"/>
              </a:xfrm>
              <a:custGeom>
                <a:rect b="b" l="l" r="r" t="t"/>
                <a:pathLst>
                  <a:path extrusionOk="0" h="9540" w="3271">
                    <a:moveTo>
                      <a:pt x="3127" y="1"/>
                    </a:moveTo>
                    <a:cubicBezTo>
                      <a:pt x="0" y="1770"/>
                      <a:pt x="243" y="8122"/>
                      <a:pt x="219" y="9263"/>
                    </a:cubicBezTo>
                    <a:cubicBezTo>
                      <a:pt x="297" y="9273"/>
                      <a:pt x="375" y="9280"/>
                      <a:pt x="448" y="9283"/>
                    </a:cubicBezTo>
                    <a:cubicBezTo>
                      <a:pt x="499" y="9285"/>
                      <a:pt x="549" y="9286"/>
                      <a:pt x="598" y="9286"/>
                    </a:cubicBezTo>
                    <a:cubicBezTo>
                      <a:pt x="939" y="9286"/>
                      <a:pt x="1225" y="9229"/>
                      <a:pt x="1454" y="9166"/>
                    </a:cubicBezTo>
                    <a:cubicBezTo>
                      <a:pt x="1737" y="9087"/>
                      <a:pt x="1930" y="8999"/>
                      <a:pt x="2024" y="8999"/>
                    </a:cubicBezTo>
                    <a:cubicBezTo>
                      <a:pt x="2065" y="8999"/>
                      <a:pt x="2087" y="9015"/>
                      <a:pt x="2090" y="9056"/>
                    </a:cubicBezTo>
                    <a:cubicBezTo>
                      <a:pt x="2107" y="9278"/>
                      <a:pt x="1503" y="9309"/>
                      <a:pt x="1468" y="9425"/>
                    </a:cubicBezTo>
                    <a:cubicBezTo>
                      <a:pt x="1465" y="9434"/>
                      <a:pt x="1465" y="9443"/>
                      <a:pt x="1468" y="9452"/>
                    </a:cubicBezTo>
                    <a:cubicBezTo>
                      <a:pt x="1490" y="9508"/>
                      <a:pt x="1616" y="9540"/>
                      <a:pt x="1828" y="9540"/>
                    </a:cubicBezTo>
                    <a:cubicBezTo>
                      <a:pt x="2019" y="9540"/>
                      <a:pt x="2280" y="9513"/>
                      <a:pt x="2595" y="9454"/>
                    </a:cubicBezTo>
                    <a:cubicBezTo>
                      <a:pt x="1390" y="5442"/>
                      <a:pt x="2989" y="819"/>
                      <a:pt x="3270" y="64"/>
                    </a:cubicBezTo>
                    <a:cubicBezTo>
                      <a:pt x="3179" y="21"/>
                      <a:pt x="3127" y="1"/>
                      <a:pt x="3127" y="1"/>
                    </a:cubicBezTo>
                    <a:close/>
                  </a:path>
                </a:pathLst>
              </a:custGeom>
              <a:solidFill>
                <a:srgbClr val="333746">
                  <a:alpha val="901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9"/>
              <p:cNvSpPr/>
              <p:nvPr/>
            </p:nvSpPr>
            <p:spPr>
              <a:xfrm>
                <a:off x="6477384" y="1736094"/>
                <a:ext cx="20253" cy="279795"/>
              </a:xfrm>
              <a:custGeom>
                <a:rect b="b" l="l" r="r" t="t"/>
                <a:pathLst>
                  <a:path extrusionOk="0" h="5968" w="432">
                    <a:moveTo>
                      <a:pt x="415" y="1"/>
                    </a:moveTo>
                    <a:cubicBezTo>
                      <a:pt x="408" y="1"/>
                      <a:pt x="402" y="5"/>
                      <a:pt x="400" y="11"/>
                    </a:cubicBezTo>
                    <a:cubicBezTo>
                      <a:pt x="398" y="17"/>
                      <a:pt x="215" y="621"/>
                      <a:pt x="118" y="1650"/>
                    </a:cubicBezTo>
                    <a:cubicBezTo>
                      <a:pt x="31" y="2601"/>
                      <a:pt x="1" y="4117"/>
                      <a:pt x="363" y="5955"/>
                    </a:cubicBezTo>
                    <a:cubicBezTo>
                      <a:pt x="365" y="5963"/>
                      <a:pt x="371" y="5967"/>
                      <a:pt x="378" y="5967"/>
                    </a:cubicBezTo>
                    <a:lnTo>
                      <a:pt x="381" y="5967"/>
                    </a:lnTo>
                    <a:cubicBezTo>
                      <a:pt x="391" y="5966"/>
                      <a:pt x="395" y="5957"/>
                      <a:pt x="394" y="5949"/>
                    </a:cubicBezTo>
                    <a:cubicBezTo>
                      <a:pt x="33" y="4116"/>
                      <a:pt x="62" y="2602"/>
                      <a:pt x="150" y="1654"/>
                    </a:cubicBezTo>
                    <a:cubicBezTo>
                      <a:pt x="245" y="627"/>
                      <a:pt x="429" y="26"/>
                      <a:pt x="430" y="20"/>
                    </a:cubicBezTo>
                    <a:cubicBezTo>
                      <a:pt x="432" y="12"/>
                      <a:pt x="427" y="3"/>
                      <a:pt x="420" y="2"/>
                    </a:cubicBezTo>
                    <a:cubicBezTo>
                      <a:pt x="418" y="1"/>
                      <a:pt x="416" y="1"/>
                      <a:pt x="41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9"/>
              <p:cNvSpPr/>
              <p:nvPr/>
            </p:nvSpPr>
            <p:spPr>
              <a:xfrm>
                <a:off x="6426142" y="1670224"/>
                <a:ext cx="56728" cy="351056"/>
              </a:xfrm>
              <a:custGeom>
                <a:rect b="b" l="l" r="r" t="t"/>
                <a:pathLst>
                  <a:path extrusionOk="0" h="7488" w="1210">
                    <a:moveTo>
                      <a:pt x="1192" y="1"/>
                    </a:moveTo>
                    <a:cubicBezTo>
                      <a:pt x="1185" y="1"/>
                      <a:pt x="1180" y="5"/>
                      <a:pt x="1178" y="12"/>
                    </a:cubicBezTo>
                    <a:cubicBezTo>
                      <a:pt x="1173" y="23"/>
                      <a:pt x="777" y="1135"/>
                      <a:pt x="481" y="2602"/>
                    </a:cubicBezTo>
                    <a:cubicBezTo>
                      <a:pt x="308" y="3466"/>
                      <a:pt x="202" y="4281"/>
                      <a:pt x="169" y="5026"/>
                    </a:cubicBezTo>
                    <a:cubicBezTo>
                      <a:pt x="126" y="5957"/>
                      <a:pt x="195" y="6781"/>
                      <a:pt x="375" y="7475"/>
                    </a:cubicBezTo>
                    <a:cubicBezTo>
                      <a:pt x="377" y="7481"/>
                      <a:pt x="383" y="7485"/>
                      <a:pt x="390" y="7485"/>
                    </a:cubicBezTo>
                    <a:lnTo>
                      <a:pt x="390" y="7487"/>
                    </a:lnTo>
                    <a:cubicBezTo>
                      <a:pt x="392" y="7487"/>
                      <a:pt x="393" y="7485"/>
                      <a:pt x="393" y="7485"/>
                    </a:cubicBezTo>
                    <a:cubicBezTo>
                      <a:pt x="403" y="7484"/>
                      <a:pt x="407" y="7475"/>
                      <a:pt x="406" y="7467"/>
                    </a:cubicBezTo>
                    <a:cubicBezTo>
                      <a:pt x="0" y="5903"/>
                      <a:pt x="239" y="3963"/>
                      <a:pt x="511" y="2610"/>
                    </a:cubicBezTo>
                    <a:cubicBezTo>
                      <a:pt x="806" y="1144"/>
                      <a:pt x="1202" y="34"/>
                      <a:pt x="1207" y="22"/>
                    </a:cubicBezTo>
                    <a:cubicBezTo>
                      <a:pt x="1210" y="14"/>
                      <a:pt x="1205" y="5"/>
                      <a:pt x="1198" y="2"/>
                    </a:cubicBezTo>
                    <a:cubicBezTo>
                      <a:pt x="1196" y="1"/>
                      <a:pt x="1194" y="1"/>
                      <a:pt x="119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9"/>
              <p:cNvSpPr/>
              <p:nvPr/>
            </p:nvSpPr>
            <p:spPr>
              <a:xfrm>
                <a:off x="6637066" y="2206138"/>
                <a:ext cx="72387" cy="165167"/>
              </a:xfrm>
              <a:custGeom>
                <a:rect b="b" l="l" r="r" t="t"/>
                <a:pathLst>
                  <a:path extrusionOk="0" h="3523" w="1544">
                    <a:moveTo>
                      <a:pt x="18" y="1"/>
                    </a:moveTo>
                    <a:cubicBezTo>
                      <a:pt x="16" y="1"/>
                      <a:pt x="14" y="1"/>
                      <a:pt x="12" y="2"/>
                    </a:cubicBezTo>
                    <a:cubicBezTo>
                      <a:pt x="4" y="7"/>
                      <a:pt x="1" y="16"/>
                      <a:pt x="4" y="23"/>
                    </a:cubicBezTo>
                    <a:cubicBezTo>
                      <a:pt x="18" y="51"/>
                      <a:pt x="1345" y="2830"/>
                      <a:pt x="1512" y="3511"/>
                    </a:cubicBezTo>
                    <a:cubicBezTo>
                      <a:pt x="1513" y="3518"/>
                      <a:pt x="1519" y="3523"/>
                      <a:pt x="1527" y="3523"/>
                    </a:cubicBezTo>
                    <a:lnTo>
                      <a:pt x="1531" y="3523"/>
                    </a:lnTo>
                    <a:cubicBezTo>
                      <a:pt x="1539" y="3521"/>
                      <a:pt x="1544" y="3512"/>
                      <a:pt x="1542" y="3505"/>
                    </a:cubicBezTo>
                    <a:cubicBezTo>
                      <a:pt x="1374" y="2820"/>
                      <a:pt x="47" y="37"/>
                      <a:pt x="33" y="10"/>
                    </a:cubicBezTo>
                    <a:cubicBezTo>
                      <a:pt x="30" y="4"/>
                      <a:pt x="24" y="1"/>
                      <a:pt x="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9"/>
              <p:cNvSpPr/>
              <p:nvPr/>
            </p:nvSpPr>
            <p:spPr>
              <a:xfrm>
                <a:off x="7306782" y="1626717"/>
                <a:ext cx="87577" cy="40975"/>
              </a:xfrm>
              <a:custGeom>
                <a:rect b="b" l="l" r="r" t="t"/>
                <a:pathLst>
                  <a:path extrusionOk="0" h="874" w="1868">
                    <a:moveTo>
                      <a:pt x="129" y="0"/>
                    </a:moveTo>
                    <a:cubicBezTo>
                      <a:pt x="92" y="138"/>
                      <a:pt x="48" y="295"/>
                      <a:pt x="0" y="470"/>
                    </a:cubicBezTo>
                    <a:lnTo>
                      <a:pt x="1824" y="873"/>
                    </a:lnTo>
                    <a:cubicBezTo>
                      <a:pt x="1838" y="788"/>
                      <a:pt x="1853" y="700"/>
                      <a:pt x="1867" y="612"/>
                    </a:cubicBezTo>
                    <a:lnTo>
                      <a:pt x="129" y="0"/>
                    </a:lnTo>
                    <a:close/>
                  </a:path>
                </a:pathLst>
              </a:custGeom>
              <a:solidFill>
                <a:srgbClr val="F28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29"/>
              <p:cNvSpPr/>
              <p:nvPr/>
            </p:nvSpPr>
            <p:spPr>
              <a:xfrm>
                <a:off x="6389104" y="1013447"/>
                <a:ext cx="1331651" cy="3595278"/>
              </a:xfrm>
              <a:custGeom>
                <a:rect b="b" l="l" r="r" t="t"/>
                <a:pathLst>
                  <a:path extrusionOk="0" h="76687" w="28404">
                    <a:moveTo>
                      <a:pt x="5628" y="68"/>
                    </a:moveTo>
                    <a:cubicBezTo>
                      <a:pt x="5776" y="68"/>
                      <a:pt x="5945" y="552"/>
                      <a:pt x="6064" y="1310"/>
                    </a:cubicBezTo>
                    <a:lnTo>
                      <a:pt x="6074" y="1379"/>
                    </a:lnTo>
                    <a:lnTo>
                      <a:pt x="6122" y="1329"/>
                    </a:lnTo>
                    <a:cubicBezTo>
                      <a:pt x="6823" y="603"/>
                      <a:pt x="7805" y="202"/>
                      <a:pt x="8886" y="202"/>
                    </a:cubicBezTo>
                    <a:cubicBezTo>
                      <a:pt x="10074" y="202"/>
                      <a:pt x="11181" y="710"/>
                      <a:pt x="11517" y="1408"/>
                    </a:cubicBezTo>
                    <a:lnTo>
                      <a:pt x="11526" y="1428"/>
                    </a:lnTo>
                    <a:lnTo>
                      <a:pt x="11542" y="1428"/>
                    </a:lnTo>
                    <a:cubicBezTo>
                      <a:pt x="11858" y="1552"/>
                      <a:pt x="12135" y="1757"/>
                      <a:pt x="12344" y="2023"/>
                    </a:cubicBezTo>
                    <a:cubicBezTo>
                      <a:pt x="12603" y="2353"/>
                      <a:pt x="12705" y="2711"/>
                      <a:pt x="12645" y="3084"/>
                    </a:cubicBezTo>
                    <a:cubicBezTo>
                      <a:pt x="12570" y="3567"/>
                      <a:pt x="12245" y="3919"/>
                      <a:pt x="12208" y="3957"/>
                    </a:cubicBezTo>
                    <a:lnTo>
                      <a:pt x="12193" y="3972"/>
                    </a:lnTo>
                    <a:lnTo>
                      <a:pt x="12196" y="4017"/>
                    </a:lnTo>
                    <a:cubicBezTo>
                      <a:pt x="12197" y="4049"/>
                      <a:pt x="12200" y="4084"/>
                      <a:pt x="12202" y="4122"/>
                    </a:cubicBezTo>
                    <a:cubicBezTo>
                      <a:pt x="12259" y="5110"/>
                      <a:pt x="12415" y="8427"/>
                      <a:pt x="12083" y="9638"/>
                    </a:cubicBezTo>
                    <a:cubicBezTo>
                      <a:pt x="11977" y="9996"/>
                      <a:pt x="11507" y="10510"/>
                      <a:pt x="10676" y="10510"/>
                    </a:cubicBezTo>
                    <a:cubicBezTo>
                      <a:pt x="10597" y="10510"/>
                      <a:pt x="10515" y="10506"/>
                      <a:pt x="10430" y="10496"/>
                    </a:cubicBezTo>
                    <a:lnTo>
                      <a:pt x="10389" y="10490"/>
                    </a:lnTo>
                    <a:lnTo>
                      <a:pt x="10403" y="10638"/>
                    </a:lnTo>
                    <a:lnTo>
                      <a:pt x="10436" y="10636"/>
                    </a:lnTo>
                    <a:cubicBezTo>
                      <a:pt x="10508" y="10633"/>
                      <a:pt x="10575" y="10631"/>
                      <a:pt x="10636" y="10631"/>
                    </a:cubicBezTo>
                    <a:cubicBezTo>
                      <a:pt x="11064" y="10631"/>
                      <a:pt x="11239" y="10713"/>
                      <a:pt x="11263" y="10727"/>
                    </a:cubicBezTo>
                    <a:cubicBezTo>
                      <a:pt x="11305" y="10766"/>
                      <a:pt x="11733" y="11187"/>
                      <a:pt x="12066" y="11575"/>
                    </a:cubicBezTo>
                    <a:lnTo>
                      <a:pt x="12074" y="11584"/>
                    </a:lnTo>
                    <a:cubicBezTo>
                      <a:pt x="12069" y="11601"/>
                      <a:pt x="12060" y="11624"/>
                      <a:pt x="12048" y="11652"/>
                    </a:cubicBezTo>
                    <a:lnTo>
                      <a:pt x="12031" y="11691"/>
                    </a:lnTo>
                    <a:lnTo>
                      <a:pt x="12074" y="11699"/>
                    </a:lnTo>
                    <a:cubicBezTo>
                      <a:pt x="12101" y="11704"/>
                      <a:pt x="12182" y="11716"/>
                      <a:pt x="12295" y="11739"/>
                    </a:cubicBezTo>
                    <a:cubicBezTo>
                      <a:pt x="12548" y="11792"/>
                      <a:pt x="12911" y="11886"/>
                      <a:pt x="13206" y="12034"/>
                    </a:cubicBezTo>
                    <a:lnTo>
                      <a:pt x="13232" y="12049"/>
                    </a:lnTo>
                    <a:lnTo>
                      <a:pt x="13234" y="12048"/>
                    </a:lnTo>
                    <a:lnTo>
                      <a:pt x="13239" y="12049"/>
                    </a:lnTo>
                    <a:lnTo>
                      <a:pt x="13240" y="12045"/>
                    </a:lnTo>
                    <a:lnTo>
                      <a:pt x="13263" y="12037"/>
                    </a:lnTo>
                    <a:cubicBezTo>
                      <a:pt x="13277" y="12031"/>
                      <a:pt x="13305" y="12022"/>
                      <a:pt x="13338" y="12022"/>
                    </a:cubicBezTo>
                    <a:cubicBezTo>
                      <a:pt x="13358" y="12022"/>
                      <a:pt x="13380" y="12026"/>
                      <a:pt x="13402" y="12035"/>
                    </a:cubicBezTo>
                    <a:cubicBezTo>
                      <a:pt x="13453" y="12057"/>
                      <a:pt x="13492" y="12106"/>
                      <a:pt x="13521" y="12181"/>
                    </a:cubicBezTo>
                    <a:lnTo>
                      <a:pt x="13525" y="12190"/>
                    </a:lnTo>
                    <a:lnTo>
                      <a:pt x="13534" y="12196"/>
                    </a:lnTo>
                    <a:cubicBezTo>
                      <a:pt x="14008" y="12512"/>
                      <a:pt x="15827" y="13818"/>
                      <a:pt x="16061" y="14420"/>
                    </a:cubicBezTo>
                    <a:cubicBezTo>
                      <a:pt x="16306" y="15050"/>
                      <a:pt x="16345" y="16228"/>
                      <a:pt x="16345" y="16240"/>
                    </a:cubicBezTo>
                    <a:lnTo>
                      <a:pt x="16347" y="16275"/>
                    </a:lnTo>
                    <a:lnTo>
                      <a:pt x="16380" y="16273"/>
                    </a:lnTo>
                    <a:cubicBezTo>
                      <a:pt x="16381" y="16273"/>
                      <a:pt x="16394" y="16273"/>
                      <a:pt x="16415" y="16273"/>
                    </a:cubicBezTo>
                    <a:cubicBezTo>
                      <a:pt x="16566" y="16273"/>
                      <a:pt x="17166" y="16292"/>
                      <a:pt x="17336" y="16594"/>
                    </a:cubicBezTo>
                    <a:cubicBezTo>
                      <a:pt x="17529" y="16937"/>
                      <a:pt x="17344" y="17234"/>
                      <a:pt x="17336" y="17246"/>
                    </a:cubicBezTo>
                    <a:lnTo>
                      <a:pt x="17331" y="17255"/>
                    </a:lnTo>
                    <a:lnTo>
                      <a:pt x="17331" y="17266"/>
                    </a:lnTo>
                    <a:cubicBezTo>
                      <a:pt x="17331" y="17270"/>
                      <a:pt x="17341" y="17836"/>
                      <a:pt x="17278" y="18421"/>
                    </a:cubicBezTo>
                    <a:lnTo>
                      <a:pt x="17276" y="18432"/>
                    </a:lnTo>
                    <a:lnTo>
                      <a:pt x="17284" y="18443"/>
                    </a:lnTo>
                    <a:cubicBezTo>
                      <a:pt x="17316" y="18496"/>
                      <a:pt x="17351" y="18550"/>
                      <a:pt x="17385" y="18605"/>
                    </a:cubicBezTo>
                    <a:cubicBezTo>
                      <a:pt x="17498" y="18779"/>
                      <a:pt x="17602" y="18935"/>
                      <a:pt x="17695" y="19067"/>
                    </a:cubicBezTo>
                    <a:lnTo>
                      <a:pt x="17726" y="19109"/>
                    </a:lnTo>
                    <a:lnTo>
                      <a:pt x="17752" y="19065"/>
                    </a:lnTo>
                    <a:cubicBezTo>
                      <a:pt x="17824" y="18943"/>
                      <a:pt x="17917" y="18782"/>
                      <a:pt x="18001" y="18623"/>
                    </a:cubicBezTo>
                    <a:cubicBezTo>
                      <a:pt x="18085" y="18463"/>
                      <a:pt x="18151" y="18319"/>
                      <a:pt x="18204" y="18185"/>
                    </a:cubicBezTo>
                    <a:cubicBezTo>
                      <a:pt x="18585" y="17211"/>
                      <a:pt x="19247" y="14868"/>
                      <a:pt x="19606" y="13558"/>
                    </a:cubicBezTo>
                    <a:cubicBezTo>
                      <a:pt x="19655" y="13384"/>
                      <a:pt x="19698" y="13226"/>
                      <a:pt x="19736" y="13089"/>
                    </a:cubicBezTo>
                    <a:lnTo>
                      <a:pt x="19744" y="13058"/>
                    </a:lnTo>
                    <a:lnTo>
                      <a:pt x="19007" y="12798"/>
                    </a:lnTo>
                    <a:cubicBezTo>
                      <a:pt x="18993" y="12794"/>
                      <a:pt x="18986" y="12778"/>
                      <a:pt x="18990" y="12765"/>
                    </a:cubicBezTo>
                    <a:lnTo>
                      <a:pt x="20741" y="7796"/>
                    </a:lnTo>
                    <a:cubicBezTo>
                      <a:pt x="20744" y="7785"/>
                      <a:pt x="20754" y="7779"/>
                      <a:pt x="20765" y="7779"/>
                    </a:cubicBezTo>
                    <a:cubicBezTo>
                      <a:pt x="20768" y="7779"/>
                      <a:pt x="20771" y="7780"/>
                      <a:pt x="20774" y="7781"/>
                    </a:cubicBezTo>
                    <a:lnTo>
                      <a:pt x="21141" y="7909"/>
                    </a:lnTo>
                    <a:lnTo>
                      <a:pt x="23727" y="8820"/>
                    </a:lnTo>
                    <a:cubicBezTo>
                      <a:pt x="23740" y="8825"/>
                      <a:pt x="23747" y="8840"/>
                      <a:pt x="23742" y="8854"/>
                    </a:cubicBezTo>
                    <a:lnTo>
                      <a:pt x="23037" y="10855"/>
                    </a:lnTo>
                    <a:lnTo>
                      <a:pt x="23054" y="10870"/>
                    </a:lnTo>
                    <a:cubicBezTo>
                      <a:pt x="23146" y="10956"/>
                      <a:pt x="23199" y="11042"/>
                      <a:pt x="23211" y="11124"/>
                    </a:cubicBezTo>
                    <a:cubicBezTo>
                      <a:pt x="23239" y="11317"/>
                      <a:pt x="23201" y="11461"/>
                      <a:pt x="22926" y="11584"/>
                    </a:cubicBezTo>
                    <a:lnTo>
                      <a:pt x="22887" y="11601"/>
                    </a:lnTo>
                    <a:lnTo>
                      <a:pt x="22910" y="11635"/>
                    </a:lnTo>
                    <a:cubicBezTo>
                      <a:pt x="22945" y="11685"/>
                      <a:pt x="22968" y="11736"/>
                      <a:pt x="22974" y="11785"/>
                    </a:cubicBezTo>
                    <a:cubicBezTo>
                      <a:pt x="23004" y="11977"/>
                      <a:pt x="22965" y="12121"/>
                      <a:pt x="22689" y="12245"/>
                    </a:cubicBezTo>
                    <a:lnTo>
                      <a:pt x="22650" y="12262"/>
                    </a:lnTo>
                    <a:lnTo>
                      <a:pt x="22675" y="12295"/>
                    </a:lnTo>
                    <a:cubicBezTo>
                      <a:pt x="22710" y="12346"/>
                      <a:pt x="22731" y="12396"/>
                      <a:pt x="22739" y="12445"/>
                    </a:cubicBezTo>
                    <a:cubicBezTo>
                      <a:pt x="22764" y="12621"/>
                      <a:pt x="22733" y="12763"/>
                      <a:pt x="22501" y="12882"/>
                    </a:cubicBezTo>
                    <a:lnTo>
                      <a:pt x="22468" y="12898"/>
                    </a:lnTo>
                    <a:lnTo>
                      <a:pt x="22485" y="12930"/>
                    </a:lnTo>
                    <a:cubicBezTo>
                      <a:pt x="22505" y="12965"/>
                      <a:pt x="22519" y="13000"/>
                      <a:pt x="22523" y="13035"/>
                    </a:cubicBezTo>
                    <a:cubicBezTo>
                      <a:pt x="22553" y="13237"/>
                      <a:pt x="22502" y="13379"/>
                      <a:pt x="22160" y="13502"/>
                    </a:cubicBezTo>
                    <a:lnTo>
                      <a:pt x="22160" y="13347"/>
                    </a:lnTo>
                    <a:lnTo>
                      <a:pt x="21993" y="13823"/>
                    </a:lnTo>
                    <a:cubicBezTo>
                      <a:pt x="21989" y="13833"/>
                      <a:pt x="21980" y="13840"/>
                      <a:pt x="21969" y="13840"/>
                    </a:cubicBezTo>
                    <a:cubicBezTo>
                      <a:pt x="21966" y="13840"/>
                      <a:pt x="21963" y="13839"/>
                      <a:pt x="21959" y="13838"/>
                    </a:cubicBezTo>
                    <a:lnTo>
                      <a:pt x="21414" y="13647"/>
                    </a:lnTo>
                    <a:lnTo>
                      <a:pt x="21392" y="13781"/>
                    </a:lnTo>
                    <a:cubicBezTo>
                      <a:pt x="21383" y="13836"/>
                      <a:pt x="21374" y="13893"/>
                      <a:pt x="21365" y="13948"/>
                    </a:cubicBezTo>
                    <a:cubicBezTo>
                      <a:pt x="20574" y="18718"/>
                      <a:pt x="19403" y="21848"/>
                      <a:pt x="19064" y="22693"/>
                    </a:cubicBezTo>
                    <a:cubicBezTo>
                      <a:pt x="18987" y="22884"/>
                      <a:pt x="18811" y="23023"/>
                      <a:pt x="18606" y="23055"/>
                    </a:cubicBezTo>
                    <a:cubicBezTo>
                      <a:pt x="18478" y="23076"/>
                      <a:pt x="18315" y="23093"/>
                      <a:pt x="18141" y="23093"/>
                    </a:cubicBezTo>
                    <a:cubicBezTo>
                      <a:pt x="17786" y="23093"/>
                      <a:pt x="17387" y="23019"/>
                      <a:pt x="17143" y="22739"/>
                    </a:cubicBezTo>
                    <a:lnTo>
                      <a:pt x="17140" y="22736"/>
                    </a:lnTo>
                    <a:lnTo>
                      <a:pt x="15553" y="21372"/>
                    </a:lnTo>
                    <a:lnTo>
                      <a:pt x="15532" y="21387"/>
                    </a:lnTo>
                    <a:cubicBezTo>
                      <a:pt x="15492" y="21415"/>
                      <a:pt x="15449" y="21443"/>
                      <a:pt x="15405" y="21470"/>
                    </a:cubicBezTo>
                    <a:cubicBezTo>
                      <a:pt x="15392" y="21478"/>
                      <a:pt x="15378" y="21481"/>
                      <a:pt x="15364" y="21481"/>
                    </a:cubicBezTo>
                    <a:cubicBezTo>
                      <a:pt x="15343" y="21481"/>
                      <a:pt x="15322" y="21474"/>
                      <a:pt x="15306" y="21459"/>
                    </a:cubicBezTo>
                    <a:cubicBezTo>
                      <a:pt x="15274" y="21430"/>
                      <a:pt x="15243" y="21403"/>
                      <a:pt x="15214" y="21377"/>
                    </a:cubicBezTo>
                    <a:lnTo>
                      <a:pt x="15095" y="21267"/>
                    </a:lnTo>
                    <a:lnTo>
                      <a:pt x="15104" y="21357"/>
                    </a:lnTo>
                    <a:cubicBezTo>
                      <a:pt x="15153" y="21805"/>
                      <a:pt x="15194" y="22236"/>
                      <a:pt x="15229" y="22640"/>
                    </a:cubicBezTo>
                    <a:lnTo>
                      <a:pt x="15214" y="22641"/>
                    </a:lnTo>
                    <a:lnTo>
                      <a:pt x="15217" y="22675"/>
                    </a:lnTo>
                    <a:cubicBezTo>
                      <a:pt x="15287" y="23516"/>
                      <a:pt x="15324" y="24207"/>
                      <a:pt x="15324" y="24731"/>
                    </a:cubicBezTo>
                    <a:cubicBezTo>
                      <a:pt x="15324" y="24953"/>
                      <a:pt x="15318" y="25152"/>
                      <a:pt x="15304" y="25321"/>
                    </a:cubicBezTo>
                    <a:lnTo>
                      <a:pt x="15303" y="25338"/>
                    </a:lnTo>
                    <a:lnTo>
                      <a:pt x="15316" y="25349"/>
                    </a:lnTo>
                    <a:cubicBezTo>
                      <a:pt x="15691" y="25691"/>
                      <a:pt x="16035" y="26080"/>
                      <a:pt x="16338" y="26505"/>
                    </a:cubicBezTo>
                    <a:lnTo>
                      <a:pt x="16322" y="26505"/>
                    </a:lnTo>
                    <a:lnTo>
                      <a:pt x="16356" y="26557"/>
                    </a:lnTo>
                    <a:cubicBezTo>
                      <a:pt x="16524" y="26815"/>
                      <a:pt x="16619" y="27038"/>
                      <a:pt x="16616" y="27165"/>
                    </a:cubicBezTo>
                    <a:cubicBezTo>
                      <a:pt x="16611" y="27378"/>
                      <a:pt x="16550" y="27972"/>
                      <a:pt x="16523" y="28218"/>
                    </a:cubicBezTo>
                    <a:lnTo>
                      <a:pt x="16521" y="28234"/>
                    </a:lnTo>
                    <a:lnTo>
                      <a:pt x="16533" y="28246"/>
                    </a:lnTo>
                    <a:cubicBezTo>
                      <a:pt x="16533" y="28246"/>
                      <a:pt x="16584" y="28298"/>
                      <a:pt x="16657" y="28370"/>
                    </a:cubicBezTo>
                    <a:cubicBezTo>
                      <a:pt x="16721" y="28436"/>
                      <a:pt x="16818" y="28530"/>
                      <a:pt x="16906" y="28617"/>
                    </a:cubicBezTo>
                    <a:cubicBezTo>
                      <a:pt x="16916" y="28627"/>
                      <a:pt x="16916" y="28640"/>
                      <a:pt x="16908" y="28648"/>
                    </a:cubicBezTo>
                    <a:lnTo>
                      <a:pt x="16877" y="28686"/>
                    </a:lnTo>
                    <a:lnTo>
                      <a:pt x="16925" y="28702"/>
                    </a:lnTo>
                    <a:cubicBezTo>
                      <a:pt x="16966" y="28715"/>
                      <a:pt x="17032" y="28738"/>
                      <a:pt x="17111" y="28767"/>
                    </a:cubicBezTo>
                    <a:cubicBezTo>
                      <a:pt x="17449" y="28890"/>
                      <a:pt x="17672" y="29003"/>
                      <a:pt x="17738" y="29084"/>
                    </a:cubicBezTo>
                    <a:cubicBezTo>
                      <a:pt x="17740" y="29085"/>
                      <a:pt x="17741" y="29087"/>
                      <a:pt x="17741" y="29088"/>
                    </a:cubicBezTo>
                    <a:lnTo>
                      <a:pt x="17758" y="29114"/>
                    </a:lnTo>
                    <a:lnTo>
                      <a:pt x="17772" y="29108"/>
                    </a:lnTo>
                    <a:cubicBezTo>
                      <a:pt x="17815" y="29197"/>
                      <a:pt x="18015" y="29616"/>
                      <a:pt x="18178" y="30209"/>
                    </a:cubicBezTo>
                    <a:lnTo>
                      <a:pt x="18180" y="30217"/>
                    </a:lnTo>
                    <a:lnTo>
                      <a:pt x="18186" y="30223"/>
                    </a:lnTo>
                    <a:cubicBezTo>
                      <a:pt x="18473" y="30547"/>
                      <a:pt x="25272" y="38210"/>
                      <a:pt x="27583" y="43620"/>
                    </a:cubicBezTo>
                    <a:cubicBezTo>
                      <a:pt x="28332" y="45378"/>
                      <a:pt x="26969" y="47869"/>
                      <a:pt x="24273" y="49679"/>
                    </a:cubicBezTo>
                    <a:lnTo>
                      <a:pt x="24257" y="49690"/>
                    </a:lnTo>
                    <a:lnTo>
                      <a:pt x="24257" y="49707"/>
                    </a:lnTo>
                    <a:cubicBezTo>
                      <a:pt x="24240" y="50476"/>
                      <a:pt x="24193" y="50509"/>
                      <a:pt x="23383" y="51077"/>
                    </a:cubicBezTo>
                    <a:lnTo>
                      <a:pt x="23248" y="51171"/>
                    </a:lnTo>
                    <a:cubicBezTo>
                      <a:pt x="22326" y="51820"/>
                      <a:pt x="19140" y="53887"/>
                      <a:pt x="19108" y="53908"/>
                    </a:cubicBezTo>
                    <a:lnTo>
                      <a:pt x="19102" y="53911"/>
                    </a:lnTo>
                    <a:lnTo>
                      <a:pt x="19097" y="53919"/>
                    </a:lnTo>
                    <a:cubicBezTo>
                      <a:pt x="19093" y="53926"/>
                      <a:pt x="18576" y="54741"/>
                      <a:pt x="17490" y="55287"/>
                    </a:cubicBezTo>
                    <a:lnTo>
                      <a:pt x="17467" y="55298"/>
                    </a:lnTo>
                    <a:lnTo>
                      <a:pt x="17472" y="55322"/>
                    </a:lnTo>
                    <a:cubicBezTo>
                      <a:pt x="17851" y="57846"/>
                      <a:pt x="17966" y="60196"/>
                      <a:pt x="17967" y="60219"/>
                    </a:cubicBezTo>
                    <a:lnTo>
                      <a:pt x="17967" y="60225"/>
                    </a:lnTo>
                    <a:cubicBezTo>
                      <a:pt x="17983" y="60288"/>
                      <a:pt x="19463" y="66587"/>
                      <a:pt x="19929" y="68561"/>
                    </a:cubicBezTo>
                    <a:cubicBezTo>
                      <a:pt x="19892" y="68694"/>
                      <a:pt x="19678" y="68871"/>
                      <a:pt x="18889" y="68983"/>
                    </a:cubicBezTo>
                    <a:lnTo>
                      <a:pt x="18836" y="68990"/>
                    </a:lnTo>
                    <a:lnTo>
                      <a:pt x="18845" y="69057"/>
                    </a:lnTo>
                    <a:lnTo>
                      <a:pt x="18866" y="69054"/>
                    </a:lnTo>
                    <a:cubicBezTo>
                      <a:pt x="18882" y="69137"/>
                      <a:pt x="18900" y="69242"/>
                      <a:pt x="18923" y="69366"/>
                    </a:cubicBezTo>
                    <a:cubicBezTo>
                      <a:pt x="19079" y="70206"/>
                      <a:pt x="19478" y="72296"/>
                      <a:pt x="19842" y="73560"/>
                    </a:cubicBezTo>
                    <a:lnTo>
                      <a:pt x="19849" y="73586"/>
                    </a:lnTo>
                    <a:lnTo>
                      <a:pt x="19877" y="73584"/>
                    </a:lnTo>
                    <a:lnTo>
                      <a:pt x="19877" y="73583"/>
                    </a:lnTo>
                    <a:cubicBezTo>
                      <a:pt x="19900" y="73581"/>
                      <a:pt x="19921" y="73581"/>
                      <a:pt x="19940" y="73581"/>
                    </a:cubicBezTo>
                    <a:cubicBezTo>
                      <a:pt x="20203" y="73581"/>
                      <a:pt x="20371" y="73730"/>
                      <a:pt x="20605" y="73935"/>
                    </a:cubicBezTo>
                    <a:cubicBezTo>
                      <a:pt x="20781" y="74089"/>
                      <a:pt x="20999" y="74280"/>
                      <a:pt x="21322" y="74464"/>
                    </a:cubicBezTo>
                    <a:cubicBezTo>
                      <a:pt x="22196" y="74957"/>
                      <a:pt x="22875" y="75144"/>
                      <a:pt x="23473" y="75311"/>
                    </a:cubicBezTo>
                    <a:cubicBezTo>
                      <a:pt x="23780" y="75395"/>
                      <a:pt x="24069" y="75474"/>
                      <a:pt x="24360" y="75587"/>
                    </a:cubicBezTo>
                    <a:cubicBezTo>
                      <a:pt x="24415" y="75610"/>
                      <a:pt x="24468" y="75635"/>
                      <a:pt x="24516" y="75661"/>
                    </a:cubicBezTo>
                    <a:cubicBezTo>
                      <a:pt x="24742" y="75788"/>
                      <a:pt x="24797" y="76011"/>
                      <a:pt x="24772" y="76177"/>
                    </a:cubicBezTo>
                    <a:cubicBezTo>
                      <a:pt x="24742" y="76390"/>
                      <a:pt x="24569" y="76618"/>
                      <a:pt x="24266" y="76618"/>
                    </a:cubicBezTo>
                    <a:lnTo>
                      <a:pt x="17428" y="76618"/>
                    </a:lnTo>
                    <a:cubicBezTo>
                      <a:pt x="17429" y="76549"/>
                      <a:pt x="17434" y="76384"/>
                      <a:pt x="17437" y="76182"/>
                    </a:cubicBezTo>
                    <a:cubicBezTo>
                      <a:pt x="17448" y="75593"/>
                      <a:pt x="17446" y="75184"/>
                      <a:pt x="17431" y="74964"/>
                    </a:cubicBezTo>
                    <a:cubicBezTo>
                      <a:pt x="17409" y="74638"/>
                      <a:pt x="17461" y="74370"/>
                      <a:pt x="17561" y="74280"/>
                    </a:cubicBezTo>
                    <a:cubicBezTo>
                      <a:pt x="17582" y="74262"/>
                      <a:pt x="17604" y="74253"/>
                      <a:pt x="17627" y="74253"/>
                    </a:cubicBezTo>
                    <a:cubicBezTo>
                      <a:pt x="17632" y="74253"/>
                      <a:pt x="17637" y="74253"/>
                      <a:pt x="17642" y="74254"/>
                    </a:cubicBezTo>
                    <a:lnTo>
                      <a:pt x="17697" y="74265"/>
                    </a:lnTo>
                    <a:lnTo>
                      <a:pt x="17680" y="74210"/>
                    </a:lnTo>
                    <a:cubicBezTo>
                      <a:pt x="17438" y="73468"/>
                      <a:pt x="16620" y="70941"/>
                      <a:pt x="16208" y="69567"/>
                    </a:cubicBezTo>
                    <a:cubicBezTo>
                      <a:pt x="16153" y="69386"/>
                      <a:pt x="16107" y="69229"/>
                      <a:pt x="16070" y="69099"/>
                    </a:cubicBezTo>
                    <a:lnTo>
                      <a:pt x="16062" y="69076"/>
                    </a:lnTo>
                    <a:lnTo>
                      <a:pt x="16038" y="69074"/>
                    </a:lnTo>
                    <a:cubicBezTo>
                      <a:pt x="15819" y="69068"/>
                      <a:pt x="15663" y="69061"/>
                      <a:pt x="15605" y="69057"/>
                    </a:cubicBezTo>
                    <a:cubicBezTo>
                      <a:pt x="15507" y="68721"/>
                      <a:pt x="14359" y="64813"/>
                      <a:pt x="13081" y="60429"/>
                    </a:cubicBezTo>
                    <a:lnTo>
                      <a:pt x="13070" y="60390"/>
                    </a:lnTo>
                    <a:lnTo>
                      <a:pt x="13035" y="60407"/>
                    </a:lnTo>
                    <a:cubicBezTo>
                      <a:pt x="12754" y="60531"/>
                      <a:pt x="12464" y="60598"/>
                      <a:pt x="12221" y="60598"/>
                    </a:cubicBezTo>
                    <a:cubicBezTo>
                      <a:pt x="12153" y="60598"/>
                      <a:pt x="12088" y="60592"/>
                      <a:pt x="12028" y="60581"/>
                    </a:cubicBezTo>
                    <a:cubicBezTo>
                      <a:pt x="11465" y="58420"/>
                      <a:pt x="10783" y="54146"/>
                      <a:pt x="10652" y="53310"/>
                    </a:cubicBezTo>
                    <a:cubicBezTo>
                      <a:pt x="10629" y="53168"/>
                      <a:pt x="10721" y="53035"/>
                      <a:pt x="10861" y="53006"/>
                    </a:cubicBezTo>
                    <a:lnTo>
                      <a:pt x="10922" y="52994"/>
                    </a:lnTo>
                    <a:lnTo>
                      <a:pt x="10912" y="52959"/>
                    </a:lnTo>
                    <a:cubicBezTo>
                      <a:pt x="10114" y="50190"/>
                      <a:pt x="9615" y="48433"/>
                      <a:pt x="9387" y="47591"/>
                    </a:cubicBezTo>
                    <a:cubicBezTo>
                      <a:pt x="9308" y="47345"/>
                      <a:pt x="9221" y="47075"/>
                      <a:pt x="9127" y="46787"/>
                    </a:cubicBezTo>
                    <a:cubicBezTo>
                      <a:pt x="8297" y="44226"/>
                      <a:pt x="7042" y="40356"/>
                      <a:pt x="6371" y="39223"/>
                    </a:cubicBezTo>
                    <a:cubicBezTo>
                      <a:pt x="6039" y="38662"/>
                      <a:pt x="5885" y="37555"/>
                      <a:pt x="5947" y="36187"/>
                    </a:cubicBezTo>
                    <a:cubicBezTo>
                      <a:pt x="5949" y="36161"/>
                      <a:pt x="5950" y="36136"/>
                      <a:pt x="5952" y="36112"/>
                    </a:cubicBezTo>
                    <a:lnTo>
                      <a:pt x="5957" y="36031"/>
                    </a:lnTo>
                    <a:cubicBezTo>
                      <a:pt x="6002" y="35234"/>
                      <a:pt x="6122" y="34400"/>
                      <a:pt x="6299" y="33617"/>
                    </a:cubicBezTo>
                    <a:lnTo>
                      <a:pt x="6304" y="33599"/>
                    </a:lnTo>
                    <a:lnTo>
                      <a:pt x="6291" y="33585"/>
                    </a:lnTo>
                    <a:cubicBezTo>
                      <a:pt x="5834" y="33123"/>
                      <a:pt x="1789" y="29009"/>
                      <a:pt x="370" y="26451"/>
                    </a:cubicBezTo>
                    <a:cubicBezTo>
                      <a:pt x="173" y="26058"/>
                      <a:pt x="171" y="24950"/>
                      <a:pt x="171" y="24904"/>
                    </a:cubicBezTo>
                    <a:lnTo>
                      <a:pt x="171" y="24901"/>
                    </a:lnTo>
                    <a:cubicBezTo>
                      <a:pt x="182" y="24777"/>
                      <a:pt x="284" y="23664"/>
                      <a:pt x="281" y="22658"/>
                    </a:cubicBezTo>
                    <a:cubicBezTo>
                      <a:pt x="281" y="22320"/>
                      <a:pt x="287" y="22019"/>
                      <a:pt x="300" y="21764"/>
                    </a:cubicBezTo>
                    <a:lnTo>
                      <a:pt x="301" y="21730"/>
                    </a:lnTo>
                    <a:lnTo>
                      <a:pt x="268" y="21728"/>
                    </a:lnTo>
                    <a:cubicBezTo>
                      <a:pt x="203" y="21725"/>
                      <a:pt x="136" y="21721"/>
                      <a:pt x="70" y="21713"/>
                    </a:cubicBezTo>
                    <a:cubicBezTo>
                      <a:pt x="72" y="21629"/>
                      <a:pt x="72" y="21525"/>
                      <a:pt x="72" y="21395"/>
                    </a:cubicBezTo>
                    <a:cubicBezTo>
                      <a:pt x="75" y="20524"/>
                      <a:pt x="80" y="18710"/>
                      <a:pt x="443" y="16906"/>
                    </a:cubicBezTo>
                    <a:cubicBezTo>
                      <a:pt x="893" y="14682"/>
                      <a:pt x="1738" y="13203"/>
                      <a:pt x="2957" y="12512"/>
                    </a:cubicBezTo>
                    <a:cubicBezTo>
                      <a:pt x="3000" y="12502"/>
                      <a:pt x="3336" y="12425"/>
                      <a:pt x="3608" y="12389"/>
                    </a:cubicBezTo>
                    <a:lnTo>
                      <a:pt x="3617" y="12387"/>
                    </a:lnTo>
                    <a:lnTo>
                      <a:pt x="3625" y="12381"/>
                    </a:lnTo>
                    <a:cubicBezTo>
                      <a:pt x="3853" y="12185"/>
                      <a:pt x="3951" y="12130"/>
                      <a:pt x="3969" y="12129"/>
                    </a:cubicBezTo>
                    <a:cubicBezTo>
                      <a:pt x="4018" y="12129"/>
                      <a:pt x="4807" y="12113"/>
                      <a:pt x="4840" y="12112"/>
                    </a:cubicBezTo>
                    <a:lnTo>
                      <a:pt x="4848" y="12112"/>
                    </a:lnTo>
                    <a:lnTo>
                      <a:pt x="4856" y="12109"/>
                    </a:lnTo>
                    <a:cubicBezTo>
                      <a:pt x="4862" y="12106"/>
                      <a:pt x="5425" y="11826"/>
                      <a:pt x="5876" y="11632"/>
                    </a:cubicBezTo>
                    <a:cubicBezTo>
                      <a:pt x="5909" y="11616"/>
                      <a:pt x="5944" y="11601"/>
                      <a:pt x="5976" y="11587"/>
                    </a:cubicBezTo>
                    <a:lnTo>
                      <a:pt x="5990" y="11583"/>
                    </a:lnTo>
                    <a:lnTo>
                      <a:pt x="5996" y="11569"/>
                    </a:lnTo>
                    <a:cubicBezTo>
                      <a:pt x="6143" y="11195"/>
                      <a:pt x="6273" y="10866"/>
                      <a:pt x="6359" y="10656"/>
                    </a:cubicBezTo>
                    <a:cubicBezTo>
                      <a:pt x="6432" y="10470"/>
                      <a:pt x="6486" y="10338"/>
                      <a:pt x="6505" y="10291"/>
                    </a:cubicBezTo>
                    <a:cubicBezTo>
                      <a:pt x="6528" y="10290"/>
                      <a:pt x="6569" y="10288"/>
                      <a:pt x="6625" y="10288"/>
                    </a:cubicBezTo>
                    <a:cubicBezTo>
                      <a:pt x="6723" y="10288"/>
                      <a:pt x="6865" y="10293"/>
                      <a:pt x="7034" y="10312"/>
                    </a:cubicBezTo>
                    <a:lnTo>
                      <a:pt x="7070" y="10317"/>
                    </a:lnTo>
                    <a:lnTo>
                      <a:pt x="7073" y="10280"/>
                    </a:lnTo>
                    <a:cubicBezTo>
                      <a:pt x="7097" y="9786"/>
                      <a:pt x="7115" y="9335"/>
                      <a:pt x="7126" y="8941"/>
                    </a:cubicBezTo>
                    <a:cubicBezTo>
                      <a:pt x="7129" y="8858"/>
                      <a:pt x="7131" y="8774"/>
                      <a:pt x="7132" y="8690"/>
                    </a:cubicBezTo>
                    <a:lnTo>
                      <a:pt x="7134" y="8649"/>
                    </a:lnTo>
                    <a:lnTo>
                      <a:pt x="7097" y="8649"/>
                    </a:lnTo>
                    <a:cubicBezTo>
                      <a:pt x="7093" y="8649"/>
                      <a:pt x="7089" y="8649"/>
                      <a:pt x="7085" y="8649"/>
                    </a:cubicBezTo>
                    <a:cubicBezTo>
                      <a:pt x="6911" y="8649"/>
                      <a:pt x="6663" y="8552"/>
                      <a:pt x="6515" y="8329"/>
                    </a:cubicBezTo>
                    <a:cubicBezTo>
                      <a:pt x="6405" y="8164"/>
                      <a:pt x="6314" y="7874"/>
                      <a:pt x="6513" y="7434"/>
                    </a:cubicBezTo>
                    <a:lnTo>
                      <a:pt x="6528" y="7400"/>
                    </a:lnTo>
                    <a:lnTo>
                      <a:pt x="6493" y="7388"/>
                    </a:lnTo>
                    <a:cubicBezTo>
                      <a:pt x="5380" y="6983"/>
                      <a:pt x="4782" y="5943"/>
                      <a:pt x="4853" y="4535"/>
                    </a:cubicBezTo>
                    <a:cubicBezTo>
                      <a:pt x="4882" y="3980"/>
                      <a:pt x="5010" y="3385"/>
                      <a:pt x="5236" y="2770"/>
                    </a:cubicBezTo>
                    <a:cubicBezTo>
                      <a:pt x="5365" y="2422"/>
                      <a:pt x="5530" y="2099"/>
                      <a:pt x="5727" y="1813"/>
                    </a:cubicBezTo>
                    <a:lnTo>
                      <a:pt x="5743" y="1790"/>
                    </a:lnTo>
                    <a:lnTo>
                      <a:pt x="5724" y="1771"/>
                    </a:lnTo>
                    <a:cubicBezTo>
                      <a:pt x="5172" y="1196"/>
                      <a:pt x="4986" y="870"/>
                      <a:pt x="5045" y="812"/>
                    </a:cubicBezTo>
                    <a:cubicBezTo>
                      <a:pt x="5056" y="803"/>
                      <a:pt x="5068" y="798"/>
                      <a:pt x="5083" y="798"/>
                    </a:cubicBezTo>
                    <a:cubicBezTo>
                      <a:pt x="5085" y="798"/>
                      <a:pt x="5087" y="798"/>
                      <a:pt x="5090" y="798"/>
                    </a:cubicBezTo>
                    <a:cubicBezTo>
                      <a:pt x="5230" y="810"/>
                      <a:pt x="5519" y="1138"/>
                      <a:pt x="5680" y="1355"/>
                    </a:cubicBezTo>
                    <a:lnTo>
                      <a:pt x="5802" y="1520"/>
                    </a:lnTo>
                    <a:lnTo>
                      <a:pt x="5739" y="1324"/>
                    </a:lnTo>
                    <a:cubicBezTo>
                      <a:pt x="5622" y="954"/>
                      <a:pt x="5454" y="283"/>
                      <a:pt x="5565" y="106"/>
                    </a:cubicBezTo>
                    <a:cubicBezTo>
                      <a:pt x="5579" y="83"/>
                      <a:pt x="5596" y="72"/>
                      <a:pt x="5619" y="69"/>
                    </a:cubicBezTo>
                    <a:cubicBezTo>
                      <a:pt x="5622" y="69"/>
                      <a:pt x="5625" y="68"/>
                      <a:pt x="5628" y="68"/>
                    </a:cubicBezTo>
                    <a:close/>
                    <a:moveTo>
                      <a:pt x="5626" y="0"/>
                    </a:moveTo>
                    <a:cubicBezTo>
                      <a:pt x="5620" y="0"/>
                      <a:pt x="5614" y="1"/>
                      <a:pt x="5608" y="2"/>
                    </a:cubicBezTo>
                    <a:cubicBezTo>
                      <a:pt x="5565" y="8"/>
                      <a:pt x="5532" y="31"/>
                      <a:pt x="5507" y="71"/>
                    </a:cubicBezTo>
                    <a:cubicBezTo>
                      <a:pt x="5386" y="263"/>
                      <a:pt x="5532" y="855"/>
                      <a:pt x="5622" y="1171"/>
                    </a:cubicBezTo>
                    <a:cubicBezTo>
                      <a:pt x="5481" y="1002"/>
                      <a:pt x="5247" y="745"/>
                      <a:pt x="5094" y="733"/>
                    </a:cubicBezTo>
                    <a:cubicBezTo>
                      <a:pt x="5090" y="732"/>
                      <a:pt x="5086" y="732"/>
                      <a:pt x="5082" y="732"/>
                    </a:cubicBezTo>
                    <a:cubicBezTo>
                      <a:pt x="5049" y="732"/>
                      <a:pt x="5020" y="743"/>
                      <a:pt x="4998" y="765"/>
                    </a:cubicBezTo>
                    <a:cubicBezTo>
                      <a:pt x="4922" y="838"/>
                      <a:pt x="4987" y="1005"/>
                      <a:pt x="5206" y="1284"/>
                    </a:cubicBezTo>
                    <a:cubicBezTo>
                      <a:pt x="5356" y="1480"/>
                      <a:pt x="5545" y="1683"/>
                      <a:pt x="5655" y="1800"/>
                    </a:cubicBezTo>
                    <a:cubicBezTo>
                      <a:pt x="5461" y="2084"/>
                      <a:pt x="5299" y="2404"/>
                      <a:pt x="5172" y="2748"/>
                    </a:cubicBezTo>
                    <a:cubicBezTo>
                      <a:pt x="4943" y="3370"/>
                      <a:pt x="4813" y="3971"/>
                      <a:pt x="4784" y="4532"/>
                    </a:cubicBezTo>
                    <a:cubicBezTo>
                      <a:pt x="4712" y="5958"/>
                      <a:pt x="5313" y="7016"/>
                      <a:pt x="6435" y="7441"/>
                    </a:cubicBezTo>
                    <a:cubicBezTo>
                      <a:pt x="6244" y="7891"/>
                      <a:pt x="6340" y="8193"/>
                      <a:pt x="6458" y="8369"/>
                    </a:cubicBezTo>
                    <a:cubicBezTo>
                      <a:pt x="6614" y="8605"/>
                      <a:pt x="6868" y="8712"/>
                      <a:pt x="7063" y="8719"/>
                    </a:cubicBezTo>
                    <a:cubicBezTo>
                      <a:pt x="7062" y="8793"/>
                      <a:pt x="7059" y="8866"/>
                      <a:pt x="7057" y="8941"/>
                    </a:cubicBezTo>
                    <a:cubicBezTo>
                      <a:pt x="7047" y="9325"/>
                      <a:pt x="7030" y="9762"/>
                      <a:pt x="7005" y="10242"/>
                    </a:cubicBezTo>
                    <a:cubicBezTo>
                      <a:pt x="6847" y="10225"/>
                      <a:pt x="6715" y="10220"/>
                      <a:pt x="6623" y="10220"/>
                    </a:cubicBezTo>
                    <a:cubicBezTo>
                      <a:pt x="6534" y="10220"/>
                      <a:pt x="6482" y="10224"/>
                      <a:pt x="6478" y="10225"/>
                    </a:cubicBezTo>
                    <a:lnTo>
                      <a:pt x="6458" y="10227"/>
                    </a:lnTo>
                    <a:lnTo>
                      <a:pt x="6450" y="10247"/>
                    </a:lnTo>
                    <a:cubicBezTo>
                      <a:pt x="6450" y="10247"/>
                      <a:pt x="6389" y="10395"/>
                      <a:pt x="6294" y="10632"/>
                    </a:cubicBezTo>
                    <a:cubicBezTo>
                      <a:pt x="6210" y="10840"/>
                      <a:pt x="6082" y="11162"/>
                      <a:pt x="5937" y="11531"/>
                    </a:cubicBezTo>
                    <a:cubicBezTo>
                      <a:pt x="5908" y="11543"/>
                      <a:pt x="5879" y="11557"/>
                      <a:pt x="5848" y="11569"/>
                    </a:cubicBezTo>
                    <a:cubicBezTo>
                      <a:pt x="5421" y="11753"/>
                      <a:pt x="4897" y="12012"/>
                      <a:pt x="4831" y="12045"/>
                    </a:cubicBezTo>
                    <a:cubicBezTo>
                      <a:pt x="4749" y="12046"/>
                      <a:pt x="4013" y="12061"/>
                      <a:pt x="3969" y="12061"/>
                    </a:cubicBezTo>
                    <a:cubicBezTo>
                      <a:pt x="3951" y="12061"/>
                      <a:pt x="3894" y="12061"/>
                      <a:pt x="3588" y="12323"/>
                    </a:cubicBezTo>
                    <a:cubicBezTo>
                      <a:pt x="3298" y="12364"/>
                      <a:pt x="2940" y="12447"/>
                      <a:pt x="2936" y="12448"/>
                    </a:cubicBezTo>
                    <a:lnTo>
                      <a:pt x="2928" y="12451"/>
                    </a:lnTo>
                    <a:cubicBezTo>
                      <a:pt x="1688" y="13153"/>
                      <a:pt x="830" y="14647"/>
                      <a:pt x="376" y="16894"/>
                    </a:cubicBezTo>
                    <a:cubicBezTo>
                      <a:pt x="11" y="18704"/>
                      <a:pt x="6" y="20522"/>
                      <a:pt x="5" y="21397"/>
                    </a:cubicBezTo>
                    <a:cubicBezTo>
                      <a:pt x="3" y="21542"/>
                      <a:pt x="3" y="21657"/>
                      <a:pt x="2" y="21744"/>
                    </a:cubicBezTo>
                    <a:lnTo>
                      <a:pt x="0" y="21774"/>
                    </a:lnTo>
                    <a:lnTo>
                      <a:pt x="31" y="21777"/>
                    </a:lnTo>
                    <a:cubicBezTo>
                      <a:pt x="98" y="21787"/>
                      <a:pt x="165" y="21793"/>
                      <a:pt x="231" y="21796"/>
                    </a:cubicBezTo>
                    <a:cubicBezTo>
                      <a:pt x="219" y="22045"/>
                      <a:pt x="213" y="22335"/>
                      <a:pt x="214" y="22659"/>
                    </a:cubicBezTo>
                    <a:cubicBezTo>
                      <a:pt x="216" y="23662"/>
                      <a:pt x="115" y="24772"/>
                      <a:pt x="103" y="24896"/>
                    </a:cubicBezTo>
                    <a:cubicBezTo>
                      <a:pt x="103" y="24901"/>
                      <a:pt x="103" y="24904"/>
                      <a:pt x="103" y="24904"/>
                    </a:cubicBezTo>
                    <a:cubicBezTo>
                      <a:pt x="103" y="24951"/>
                      <a:pt x="101" y="26069"/>
                      <a:pt x="309" y="26485"/>
                    </a:cubicBezTo>
                    <a:cubicBezTo>
                      <a:pt x="1720" y="29027"/>
                      <a:pt x="5712" y="33099"/>
                      <a:pt x="6229" y="33621"/>
                    </a:cubicBezTo>
                    <a:cubicBezTo>
                      <a:pt x="6054" y="34392"/>
                      <a:pt x="5938" y="35213"/>
                      <a:pt x="5891" y="35996"/>
                    </a:cubicBezTo>
                    <a:lnTo>
                      <a:pt x="5889" y="35996"/>
                    </a:lnTo>
                    <a:lnTo>
                      <a:pt x="5883" y="36109"/>
                    </a:lnTo>
                    <a:cubicBezTo>
                      <a:pt x="5882" y="36135"/>
                      <a:pt x="5880" y="36159"/>
                      <a:pt x="5880" y="36185"/>
                    </a:cubicBezTo>
                    <a:cubicBezTo>
                      <a:pt x="5816" y="37566"/>
                      <a:pt x="5973" y="38687"/>
                      <a:pt x="6313" y="39258"/>
                    </a:cubicBezTo>
                    <a:cubicBezTo>
                      <a:pt x="6979" y="40387"/>
                      <a:pt x="8233" y="44252"/>
                      <a:pt x="9062" y="46809"/>
                    </a:cubicBezTo>
                    <a:cubicBezTo>
                      <a:pt x="9155" y="47098"/>
                      <a:pt x="9244" y="47367"/>
                      <a:pt x="9323" y="47611"/>
                    </a:cubicBezTo>
                    <a:cubicBezTo>
                      <a:pt x="9548" y="48450"/>
                      <a:pt x="10043" y="50194"/>
                      <a:pt x="10837" y="52943"/>
                    </a:cubicBezTo>
                    <a:cubicBezTo>
                      <a:pt x="10667" y="52985"/>
                      <a:pt x="10557" y="53148"/>
                      <a:pt x="10584" y="53321"/>
                    </a:cubicBezTo>
                    <a:cubicBezTo>
                      <a:pt x="10716" y="54162"/>
                      <a:pt x="11402" y="58462"/>
                      <a:pt x="11968" y="60621"/>
                    </a:cubicBezTo>
                    <a:lnTo>
                      <a:pt x="11973" y="60641"/>
                    </a:lnTo>
                    <a:lnTo>
                      <a:pt x="11994" y="60646"/>
                    </a:lnTo>
                    <a:cubicBezTo>
                      <a:pt x="12066" y="60660"/>
                      <a:pt x="12143" y="60668"/>
                      <a:pt x="12225" y="60668"/>
                    </a:cubicBezTo>
                    <a:cubicBezTo>
                      <a:pt x="12466" y="60668"/>
                      <a:pt x="12745" y="60605"/>
                      <a:pt x="13026" y="60485"/>
                    </a:cubicBezTo>
                    <a:cubicBezTo>
                      <a:pt x="14353" y="65035"/>
                      <a:pt x="15535" y="69061"/>
                      <a:pt x="15547" y="69102"/>
                    </a:cubicBezTo>
                    <a:lnTo>
                      <a:pt x="15555" y="69125"/>
                    </a:lnTo>
                    <a:lnTo>
                      <a:pt x="15579" y="69126"/>
                    </a:lnTo>
                    <a:cubicBezTo>
                      <a:pt x="15581" y="69126"/>
                      <a:pt x="15747" y="69134"/>
                      <a:pt x="16012" y="69143"/>
                    </a:cubicBezTo>
                    <a:cubicBezTo>
                      <a:pt x="16047" y="69268"/>
                      <a:pt x="16091" y="69418"/>
                      <a:pt x="16142" y="69588"/>
                    </a:cubicBezTo>
                    <a:cubicBezTo>
                      <a:pt x="16547" y="70936"/>
                      <a:pt x="17344" y="73395"/>
                      <a:pt x="17600" y="74188"/>
                    </a:cubicBezTo>
                    <a:cubicBezTo>
                      <a:pt x="17571" y="74193"/>
                      <a:pt x="17542" y="74208"/>
                      <a:pt x="17516" y="74231"/>
                    </a:cubicBezTo>
                    <a:cubicBezTo>
                      <a:pt x="17400" y="74335"/>
                      <a:pt x="17341" y="74620"/>
                      <a:pt x="17364" y="74970"/>
                    </a:cubicBezTo>
                    <a:cubicBezTo>
                      <a:pt x="17379" y="75184"/>
                      <a:pt x="17380" y="75604"/>
                      <a:pt x="17370" y="76182"/>
                    </a:cubicBezTo>
                    <a:cubicBezTo>
                      <a:pt x="17365" y="76450"/>
                      <a:pt x="17359" y="76650"/>
                      <a:pt x="17359" y="76653"/>
                    </a:cubicBezTo>
                    <a:lnTo>
                      <a:pt x="17357" y="76651"/>
                    </a:lnTo>
                    <a:lnTo>
                      <a:pt x="17356" y="76687"/>
                    </a:lnTo>
                    <a:lnTo>
                      <a:pt x="24265" y="76687"/>
                    </a:lnTo>
                    <a:cubicBezTo>
                      <a:pt x="24609" y="76687"/>
                      <a:pt x="24803" y="76428"/>
                      <a:pt x="24838" y="76187"/>
                    </a:cubicBezTo>
                    <a:cubicBezTo>
                      <a:pt x="24873" y="75947"/>
                      <a:pt x="24762" y="75722"/>
                      <a:pt x="24548" y="75601"/>
                    </a:cubicBezTo>
                    <a:cubicBezTo>
                      <a:pt x="24497" y="75574"/>
                      <a:pt x="24442" y="75548"/>
                      <a:pt x="24383" y="75525"/>
                    </a:cubicBezTo>
                    <a:cubicBezTo>
                      <a:pt x="24089" y="75410"/>
                      <a:pt x="23799" y="75330"/>
                      <a:pt x="23490" y="75245"/>
                    </a:cubicBezTo>
                    <a:cubicBezTo>
                      <a:pt x="22895" y="75080"/>
                      <a:pt x="22221" y="74893"/>
                      <a:pt x="21354" y="74404"/>
                    </a:cubicBezTo>
                    <a:cubicBezTo>
                      <a:pt x="21037" y="74225"/>
                      <a:pt x="20822" y="74035"/>
                      <a:pt x="20648" y="73883"/>
                    </a:cubicBezTo>
                    <a:cubicBezTo>
                      <a:pt x="20403" y="73669"/>
                      <a:pt x="20227" y="73513"/>
                      <a:pt x="19938" y="73513"/>
                    </a:cubicBezTo>
                    <a:cubicBezTo>
                      <a:pt x="19926" y="73513"/>
                      <a:pt x="19912" y="73513"/>
                      <a:pt x="19898" y="73514"/>
                    </a:cubicBezTo>
                    <a:cubicBezTo>
                      <a:pt x="19538" y="72250"/>
                      <a:pt x="19142" y="70186"/>
                      <a:pt x="18989" y="69353"/>
                    </a:cubicBezTo>
                    <a:cubicBezTo>
                      <a:pt x="18966" y="69230"/>
                      <a:pt x="18946" y="69126"/>
                      <a:pt x="18932" y="69044"/>
                    </a:cubicBezTo>
                    <a:cubicBezTo>
                      <a:pt x="19594" y="68947"/>
                      <a:pt x="19943" y="68791"/>
                      <a:pt x="19996" y="68568"/>
                    </a:cubicBezTo>
                    <a:lnTo>
                      <a:pt x="19998" y="68561"/>
                    </a:lnTo>
                    <a:lnTo>
                      <a:pt x="19996" y="68553"/>
                    </a:lnTo>
                    <a:cubicBezTo>
                      <a:pt x="19535" y="66605"/>
                      <a:pt x="18073" y="60381"/>
                      <a:pt x="18033" y="60211"/>
                    </a:cubicBezTo>
                    <a:cubicBezTo>
                      <a:pt x="18029" y="60112"/>
                      <a:pt x="17911" y="57813"/>
                      <a:pt x="17541" y="55336"/>
                    </a:cubicBezTo>
                    <a:cubicBezTo>
                      <a:pt x="18577" y="54808"/>
                      <a:pt x="19097" y="54039"/>
                      <a:pt x="19149" y="53960"/>
                    </a:cubicBezTo>
                    <a:cubicBezTo>
                      <a:pt x="19308" y="53858"/>
                      <a:pt x="22381" y="51862"/>
                      <a:pt x="23285" y="51226"/>
                    </a:cubicBezTo>
                    <a:lnTo>
                      <a:pt x="23421" y="51132"/>
                    </a:lnTo>
                    <a:cubicBezTo>
                      <a:pt x="24217" y="50575"/>
                      <a:pt x="24305" y="50512"/>
                      <a:pt x="24323" y="49727"/>
                    </a:cubicBezTo>
                    <a:cubicBezTo>
                      <a:pt x="27038" y="47898"/>
                      <a:pt x="28404" y="45378"/>
                      <a:pt x="27644" y="43594"/>
                    </a:cubicBezTo>
                    <a:cubicBezTo>
                      <a:pt x="25341" y="38203"/>
                      <a:pt x="18597" y="30585"/>
                      <a:pt x="18240" y="30183"/>
                    </a:cubicBezTo>
                    <a:cubicBezTo>
                      <a:pt x="18055" y="29515"/>
                      <a:pt x="17824" y="29064"/>
                      <a:pt x="17822" y="29059"/>
                    </a:cubicBezTo>
                    <a:cubicBezTo>
                      <a:pt x="17816" y="29049"/>
                      <a:pt x="17805" y="29039"/>
                      <a:pt x="17793" y="29035"/>
                    </a:cubicBezTo>
                    <a:cubicBezTo>
                      <a:pt x="17789" y="29035"/>
                      <a:pt x="17785" y="29033"/>
                      <a:pt x="17782" y="29033"/>
                    </a:cubicBezTo>
                    <a:cubicBezTo>
                      <a:pt x="17682" y="28920"/>
                      <a:pt x="17374" y="28792"/>
                      <a:pt x="17133" y="28703"/>
                    </a:cubicBezTo>
                    <a:cubicBezTo>
                      <a:pt x="17072" y="28682"/>
                      <a:pt x="17020" y="28663"/>
                      <a:pt x="16978" y="28650"/>
                    </a:cubicBezTo>
                    <a:cubicBezTo>
                      <a:pt x="16983" y="28621"/>
                      <a:pt x="16974" y="28590"/>
                      <a:pt x="16952" y="28569"/>
                    </a:cubicBezTo>
                    <a:cubicBezTo>
                      <a:pt x="16864" y="28481"/>
                      <a:pt x="16767" y="28387"/>
                      <a:pt x="16703" y="28322"/>
                    </a:cubicBezTo>
                    <a:cubicBezTo>
                      <a:pt x="16651" y="28270"/>
                      <a:pt x="16610" y="28229"/>
                      <a:pt x="16591" y="28209"/>
                    </a:cubicBezTo>
                    <a:cubicBezTo>
                      <a:pt x="16617" y="27954"/>
                      <a:pt x="16677" y="27378"/>
                      <a:pt x="16682" y="27168"/>
                    </a:cubicBezTo>
                    <a:cubicBezTo>
                      <a:pt x="16685" y="27027"/>
                      <a:pt x="16593" y="26804"/>
                      <a:pt x="16423" y="26537"/>
                    </a:cubicBezTo>
                    <a:cubicBezTo>
                      <a:pt x="16426" y="26524"/>
                      <a:pt x="16423" y="26509"/>
                      <a:pt x="16414" y="26497"/>
                    </a:cubicBezTo>
                    <a:cubicBezTo>
                      <a:pt x="16105" y="26060"/>
                      <a:pt x="15755" y="25661"/>
                      <a:pt x="15371" y="25311"/>
                    </a:cubicBezTo>
                    <a:cubicBezTo>
                      <a:pt x="15385" y="25142"/>
                      <a:pt x="15391" y="24947"/>
                      <a:pt x="15391" y="24731"/>
                    </a:cubicBezTo>
                    <a:cubicBezTo>
                      <a:pt x="15391" y="24210"/>
                      <a:pt x="15355" y="23523"/>
                      <a:pt x="15284" y="22690"/>
                    </a:cubicBezTo>
                    <a:cubicBezTo>
                      <a:pt x="15293" y="22681"/>
                      <a:pt x="15298" y="22667"/>
                      <a:pt x="15296" y="22653"/>
                    </a:cubicBezTo>
                    <a:cubicBezTo>
                      <a:pt x="15264" y="22271"/>
                      <a:pt x="15225" y="21863"/>
                      <a:pt x="15180" y="21439"/>
                    </a:cubicBezTo>
                    <a:lnTo>
                      <a:pt x="15180" y="21439"/>
                    </a:lnTo>
                    <a:cubicBezTo>
                      <a:pt x="15205" y="21462"/>
                      <a:pt x="15231" y="21485"/>
                      <a:pt x="15258" y="21510"/>
                    </a:cubicBezTo>
                    <a:cubicBezTo>
                      <a:pt x="15287" y="21536"/>
                      <a:pt x="15324" y="21550"/>
                      <a:pt x="15361" y="21550"/>
                    </a:cubicBezTo>
                    <a:cubicBezTo>
                      <a:pt x="15388" y="21550"/>
                      <a:pt x="15415" y="21543"/>
                      <a:pt x="15439" y="21528"/>
                    </a:cubicBezTo>
                    <a:cubicBezTo>
                      <a:pt x="15477" y="21505"/>
                      <a:pt x="15512" y="21482"/>
                      <a:pt x="15547" y="21459"/>
                    </a:cubicBezTo>
                    <a:lnTo>
                      <a:pt x="17093" y="22786"/>
                    </a:lnTo>
                    <a:cubicBezTo>
                      <a:pt x="17353" y="23084"/>
                      <a:pt x="17773" y="23162"/>
                      <a:pt x="18143" y="23162"/>
                    </a:cubicBezTo>
                    <a:cubicBezTo>
                      <a:pt x="18320" y="23162"/>
                      <a:pt x="18485" y="23145"/>
                      <a:pt x="18616" y="23124"/>
                    </a:cubicBezTo>
                    <a:cubicBezTo>
                      <a:pt x="18843" y="23088"/>
                      <a:pt x="19039" y="22933"/>
                      <a:pt x="19125" y="22719"/>
                    </a:cubicBezTo>
                    <a:cubicBezTo>
                      <a:pt x="19466" y="21872"/>
                      <a:pt x="20640" y="18736"/>
                      <a:pt x="21430" y="13960"/>
                    </a:cubicBezTo>
                    <a:cubicBezTo>
                      <a:pt x="21440" y="13904"/>
                      <a:pt x="21449" y="13849"/>
                      <a:pt x="21458" y="13792"/>
                    </a:cubicBezTo>
                    <a:lnTo>
                      <a:pt x="21467" y="13739"/>
                    </a:lnTo>
                    <a:lnTo>
                      <a:pt x="21935" y="13904"/>
                    </a:lnTo>
                    <a:cubicBezTo>
                      <a:pt x="21945" y="13907"/>
                      <a:pt x="21955" y="13909"/>
                      <a:pt x="21966" y="13909"/>
                    </a:cubicBezTo>
                    <a:cubicBezTo>
                      <a:pt x="22005" y="13909"/>
                      <a:pt x="22042" y="13884"/>
                      <a:pt x="22056" y="13846"/>
                    </a:cubicBezTo>
                    <a:lnTo>
                      <a:pt x="22150" y="13578"/>
                    </a:lnTo>
                    <a:cubicBezTo>
                      <a:pt x="22507" y="13457"/>
                      <a:pt x="22630" y="13301"/>
                      <a:pt x="22589" y="13026"/>
                    </a:cubicBezTo>
                    <a:cubicBezTo>
                      <a:pt x="22585" y="12994"/>
                      <a:pt x="22575" y="12960"/>
                      <a:pt x="22560" y="12928"/>
                    </a:cubicBezTo>
                    <a:cubicBezTo>
                      <a:pt x="22765" y="12814"/>
                      <a:pt x="22838" y="12665"/>
                      <a:pt x="22805" y="12436"/>
                    </a:cubicBezTo>
                    <a:cubicBezTo>
                      <a:pt x="22797" y="12389"/>
                      <a:pt x="22780" y="12340"/>
                      <a:pt x="22751" y="12291"/>
                    </a:cubicBezTo>
                    <a:cubicBezTo>
                      <a:pt x="22993" y="12173"/>
                      <a:pt x="23077" y="12022"/>
                      <a:pt x="23042" y="11775"/>
                    </a:cubicBezTo>
                    <a:cubicBezTo>
                      <a:pt x="23034" y="11727"/>
                      <a:pt x="23016" y="11679"/>
                      <a:pt x="22987" y="11630"/>
                    </a:cubicBezTo>
                    <a:cubicBezTo>
                      <a:pt x="23228" y="11513"/>
                      <a:pt x="23314" y="11361"/>
                      <a:pt x="23277" y="11115"/>
                    </a:cubicBezTo>
                    <a:cubicBezTo>
                      <a:pt x="23263" y="11022"/>
                      <a:pt x="23210" y="10927"/>
                      <a:pt x="23115" y="10837"/>
                    </a:cubicBezTo>
                    <a:lnTo>
                      <a:pt x="23806" y="8878"/>
                    </a:lnTo>
                    <a:cubicBezTo>
                      <a:pt x="23823" y="8828"/>
                      <a:pt x="23797" y="8774"/>
                      <a:pt x="23748" y="8756"/>
                    </a:cubicBezTo>
                    <a:lnTo>
                      <a:pt x="20796" y="7716"/>
                    </a:lnTo>
                    <a:cubicBezTo>
                      <a:pt x="20786" y="7713"/>
                      <a:pt x="20775" y="7711"/>
                      <a:pt x="20765" y="7711"/>
                    </a:cubicBezTo>
                    <a:cubicBezTo>
                      <a:pt x="20726" y="7711"/>
                      <a:pt x="20688" y="7736"/>
                      <a:pt x="20675" y="7774"/>
                    </a:cubicBezTo>
                    <a:lnTo>
                      <a:pt x="18925" y="12742"/>
                    </a:lnTo>
                    <a:cubicBezTo>
                      <a:pt x="18908" y="12792"/>
                      <a:pt x="18934" y="12846"/>
                      <a:pt x="18983" y="12864"/>
                    </a:cubicBezTo>
                    <a:lnTo>
                      <a:pt x="19660" y="13103"/>
                    </a:lnTo>
                    <a:cubicBezTo>
                      <a:pt x="19625" y="13233"/>
                      <a:pt x="19583" y="13381"/>
                      <a:pt x="19539" y="13541"/>
                    </a:cubicBezTo>
                    <a:cubicBezTo>
                      <a:pt x="19180" y="14850"/>
                      <a:pt x="18519" y="17189"/>
                      <a:pt x="18139" y="18160"/>
                    </a:cubicBezTo>
                    <a:cubicBezTo>
                      <a:pt x="18087" y="18292"/>
                      <a:pt x="18022" y="18434"/>
                      <a:pt x="17938" y="18593"/>
                    </a:cubicBezTo>
                    <a:cubicBezTo>
                      <a:pt x="17867" y="18732"/>
                      <a:pt x="17785" y="18871"/>
                      <a:pt x="17720" y="18986"/>
                    </a:cubicBezTo>
                    <a:cubicBezTo>
                      <a:pt x="17634" y="18863"/>
                      <a:pt x="17541" y="18724"/>
                      <a:pt x="17441" y="18568"/>
                    </a:cubicBezTo>
                    <a:cubicBezTo>
                      <a:pt x="17409" y="18518"/>
                      <a:pt x="17377" y="18467"/>
                      <a:pt x="17347" y="18417"/>
                    </a:cubicBezTo>
                    <a:cubicBezTo>
                      <a:pt x="17402" y="17876"/>
                      <a:pt x="17399" y="17353"/>
                      <a:pt x="17397" y="17275"/>
                    </a:cubicBezTo>
                    <a:cubicBezTo>
                      <a:pt x="17431" y="17217"/>
                      <a:pt x="17590" y="16911"/>
                      <a:pt x="17393" y="16561"/>
                    </a:cubicBezTo>
                    <a:cubicBezTo>
                      <a:pt x="17201" y="16221"/>
                      <a:pt x="16568" y="16205"/>
                      <a:pt x="16411" y="16205"/>
                    </a:cubicBezTo>
                    <a:cubicBezTo>
                      <a:pt x="16403" y="16006"/>
                      <a:pt x="16348" y="14977"/>
                      <a:pt x="16124" y="14398"/>
                    </a:cubicBezTo>
                    <a:cubicBezTo>
                      <a:pt x="15861" y="13717"/>
                      <a:pt x="13735" y="12253"/>
                      <a:pt x="13580" y="12147"/>
                    </a:cubicBezTo>
                    <a:cubicBezTo>
                      <a:pt x="13544" y="12060"/>
                      <a:pt x="13492" y="12002"/>
                      <a:pt x="13428" y="11974"/>
                    </a:cubicBezTo>
                    <a:cubicBezTo>
                      <a:pt x="13396" y="11960"/>
                      <a:pt x="13365" y="11954"/>
                      <a:pt x="13337" y="11954"/>
                    </a:cubicBezTo>
                    <a:cubicBezTo>
                      <a:pt x="13306" y="11954"/>
                      <a:pt x="13278" y="11960"/>
                      <a:pt x="13257" y="11967"/>
                    </a:cubicBezTo>
                    <a:cubicBezTo>
                      <a:pt x="13250" y="11964"/>
                      <a:pt x="13242" y="11962"/>
                      <a:pt x="13235" y="11962"/>
                    </a:cubicBezTo>
                    <a:cubicBezTo>
                      <a:pt x="13229" y="11962"/>
                      <a:pt x="13224" y="11963"/>
                      <a:pt x="13219" y="11965"/>
                    </a:cubicBezTo>
                    <a:cubicBezTo>
                      <a:pt x="12921" y="11818"/>
                      <a:pt x="12560" y="11725"/>
                      <a:pt x="12308" y="11673"/>
                    </a:cubicBezTo>
                    <a:cubicBezTo>
                      <a:pt x="12231" y="11658"/>
                      <a:pt x="12167" y="11646"/>
                      <a:pt x="12126" y="11639"/>
                    </a:cubicBezTo>
                    <a:cubicBezTo>
                      <a:pt x="12135" y="11618"/>
                      <a:pt x="12144" y="11595"/>
                      <a:pt x="12147" y="11580"/>
                    </a:cubicBezTo>
                    <a:cubicBezTo>
                      <a:pt x="12152" y="11568"/>
                      <a:pt x="12150" y="11554"/>
                      <a:pt x="12144" y="11542"/>
                    </a:cubicBezTo>
                    <a:cubicBezTo>
                      <a:pt x="12138" y="11531"/>
                      <a:pt x="12127" y="11522"/>
                      <a:pt x="12115" y="11517"/>
                    </a:cubicBezTo>
                    <a:cubicBezTo>
                      <a:pt x="12110" y="11517"/>
                      <a:pt x="12107" y="11516"/>
                      <a:pt x="12103" y="11516"/>
                    </a:cubicBezTo>
                    <a:cubicBezTo>
                      <a:pt x="11754" y="11112"/>
                      <a:pt x="11311" y="10679"/>
                      <a:pt x="11306" y="10675"/>
                    </a:cubicBezTo>
                    <a:lnTo>
                      <a:pt x="11300" y="10670"/>
                    </a:lnTo>
                    <a:cubicBezTo>
                      <a:pt x="11294" y="10666"/>
                      <a:pt x="11173" y="10595"/>
                      <a:pt x="10855" y="10571"/>
                    </a:cubicBezTo>
                    <a:cubicBezTo>
                      <a:pt x="11612" y="10503"/>
                      <a:pt x="12043" y="10010"/>
                      <a:pt x="12149" y="9658"/>
                    </a:cubicBezTo>
                    <a:cubicBezTo>
                      <a:pt x="12474" y="8470"/>
                      <a:pt x="12341" y="5388"/>
                      <a:pt x="12269" y="4119"/>
                    </a:cubicBezTo>
                    <a:cubicBezTo>
                      <a:pt x="12268" y="4081"/>
                      <a:pt x="12265" y="4046"/>
                      <a:pt x="12263" y="4013"/>
                    </a:cubicBezTo>
                    <a:lnTo>
                      <a:pt x="12263" y="4000"/>
                    </a:lnTo>
                    <a:cubicBezTo>
                      <a:pt x="12320" y="3939"/>
                      <a:pt x="12636" y="3582"/>
                      <a:pt x="12713" y="3096"/>
                    </a:cubicBezTo>
                    <a:cubicBezTo>
                      <a:pt x="12774" y="2703"/>
                      <a:pt x="12668" y="2329"/>
                      <a:pt x="12396" y="1982"/>
                    </a:cubicBezTo>
                    <a:cubicBezTo>
                      <a:pt x="12182" y="1708"/>
                      <a:pt x="11898" y="1497"/>
                      <a:pt x="11572" y="1369"/>
                    </a:cubicBezTo>
                    <a:cubicBezTo>
                      <a:pt x="11217" y="653"/>
                      <a:pt x="10091" y="136"/>
                      <a:pt x="8884" y="136"/>
                    </a:cubicBezTo>
                    <a:cubicBezTo>
                      <a:pt x="7810" y="136"/>
                      <a:pt x="6831" y="526"/>
                      <a:pt x="6120" y="1236"/>
                    </a:cubicBezTo>
                    <a:cubicBezTo>
                      <a:pt x="6026" y="652"/>
                      <a:pt x="5865" y="0"/>
                      <a:pt x="56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6" name="Google Shape;396;p29"/>
            <p:cNvGrpSpPr/>
            <p:nvPr/>
          </p:nvGrpSpPr>
          <p:grpSpPr>
            <a:xfrm>
              <a:off x="4825898" y="1492688"/>
              <a:ext cx="1147199" cy="637372"/>
              <a:chOff x="315275" y="3124950"/>
              <a:chExt cx="658175" cy="365675"/>
            </a:xfrm>
          </p:grpSpPr>
          <p:sp>
            <p:nvSpPr>
              <p:cNvPr id="397" name="Google Shape;397;p29"/>
              <p:cNvSpPr/>
              <p:nvPr/>
            </p:nvSpPr>
            <p:spPr>
              <a:xfrm>
                <a:off x="315275" y="3124950"/>
                <a:ext cx="634175" cy="365675"/>
              </a:xfrm>
              <a:custGeom>
                <a:rect b="b" l="l" r="r" t="t"/>
                <a:pathLst>
                  <a:path extrusionOk="0" h="14627" w="25367">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9"/>
              <p:cNvSpPr/>
              <p:nvPr/>
            </p:nvSpPr>
            <p:spPr>
              <a:xfrm>
                <a:off x="875125" y="3421750"/>
                <a:ext cx="98325" cy="68875"/>
              </a:xfrm>
              <a:custGeom>
                <a:rect b="b" l="l" r="r" t="t"/>
                <a:pathLst>
                  <a:path extrusionOk="0" h="2755" w="3933">
                    <a:moveTo>
                      <a:pt x="0" y="1"/>
                    </a:moveTo>
                    <a:lnTo>
                      <a:pt x="2972" y="2754"/>
                    </a:lnTo>
                    <a:lnTo>
                      <a:pt x="3933" y="2754"/>
                    </a:lnTo>
                    <a:lnTo>
                      <a:pt x="96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9"/>
              <p:cNvSpPr/>
              <p:nvPr/>
            </p:nvSpPr>
            <p:spPr>
              <a:xfrm>
                <a:off x="339300" y="3124950"/>
                <a:ext cx="634150" cy="365675"/>
              </a:xfrm>
              <a:custGeom>
                <a:rect b="b" l="l" r="r" t="t"/>
                <a:pathLst>
                  <a:path extrusionOk="0" h="14627" w="25366">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9"/>
              <p:cNvSpPr/>
              <p:nvPr/>
            </p:nvSpPr>
            <p:spPr>
              <a:xfrm>
                <a:off x="792825" y="3237950"/>
                <a:ext cx="73725" cy="73700"/>
              </a:xfrm>
              <a:custGeom>
                <a:rect b="b" l="l" r="r" t="t"/>
                <a:pathLst>
                  <a:path extrusionOk="0" h="2948" w="2949">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9"/>
              <p:cNvSpPr/>
              <p:nvPr/>
            </p:nvSpPr>
            <p:spPr>
              <a:xfrm>
                <a:off x="619550" y="3237950"/>
                <a:ext cx="73675" cy="73700"/>
              </a:xfrm>
              <a:custGeom>
                <a:rect b="b" l="l" r="r" t="t"/>
                <a:pathLst>
                  <a:path extrusionOk="0" h="2948" w="2947">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9"/>
              <p:cNvSpPr/>
              <p:nvPr/>
            </p:nvSpPr>
            <p:spPr>
              <a:xfrm>
                <a:off x="446225" y="3237950"/>
                <a:ext cx="73675" cy="73700"/>
              </a:xfrm>
              <a:custGeom>
                <a:rect b="b" l="l" r="r" t="t"/>
                <a:pathLst>
                  <a:path extrusionOk="0" h="2948" w="2947">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3" name="Google Shape;403;p29"/>
            <p:cNvGrpSpPr/>
            <p:nvPr/>
          </p:nvGrpSpPr>
          <p:grpSpPr>
            <a:xfrm>
              <a:off x="7112551" y="535097"/>
              <a:ext cx="1397100" cy="760518"/>
              <a:chOff x="238125" y="2409350"/>
              <a:chExt cx="760575" cy="414000"/>
            </a:xfrm>
          </p:grpSpPr>
          <p:sp>
            <p:nvSpPr>
              <p:cNvPr id="404" name="Google Shape;404;p29"/>
              <p:cNvSpPr/>
              <p:nvPr/>
            </p:nvSpPr>
            <p:spPr>
              <a:xfrm>
                <a:off x="238125" y="2409350"/>
                <a:ext cx="760575" cy="414000"/>
              </a:xfrm>
              <a:custGeom>
                <a:rect b="b" l="l" r="r" t="t"/>
                <a:pathLst>
                  <a:path extrusionOk="0" h="16560" w="30423">
                    <a:moveTo>
                      <a:pt x="0" y="1"/>
                    </a:moveTo>
                    <a:lnTo>
                      <a:pt x="0" y="16560"/>
                    </a:lnTo>
                    <a:lnTo>
                      <a:pt x="2330" y="14045"/>
                    </a:lnTo>
                    <a:lnTo>
                      <a:pt x="30423" y="14045"/>
                    </a:lnTo>
                    <a:lnTo>
                      <a:pt x="3042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9"/>
              <p:cNvSpPr/>
              <p:nvPr/>
            </p:nvSpPr>
            <p:spPr>
              <a:xfrm>
                <a:off x="782450" y="2485325"/>
                <a:ext cx="180850" cy="180850"/>
              </a:xfrm>
              <a:custGeom>
                <a:rect b="b" l="l" r="r" t="t"/>
                <a:pathLst>
                  <a:path extrusionOk="0" h="7234" w="7234">
                    <a:moveTo>
                      <a:pt x="3618" y="0"/>
                    </a:moveTo>
                    <a:cubicBezTo>
                      <a:pt x="1620" y="0"/>
                      <a:pt x="1" y="1620"/>
                      <a:pt x="1" y="3618"/>
                    </a:cubicBezTo>
                    <a:cubicBezTo>
                      <a:pt x="1" y="5614"/>
                      <a:pt x="1620" y="7233"/>
                      <a:pt x="3618" y="7233"/>
                    </a:cubicBezTo>
                    <a:cubicBezTo>
                      <a:pt x="5614" y="7233"/>
                      <a:pt x="7234" y="5614"/>
                      <a:pt x="7234" y="3618"/>
                    </a:cubicBezTo>
                    <a:cubicBezTo>
                      <a:pt x="7234" y="1620"/>
                      <a:pt x="5614" y="0"/>
                      <a:pt x="361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9"/>
              <p:cNvSpPr/>
              <p:nvPr/>
            </p:nvSpPr>
            <p:spPr>
              <a:xfrm>
                <a:off x="277200" y="2506650"/>
                <a:ext cx="457150" cy="14700"/>
              </a:xfrm>
              <a:custGeom>
                <a:rect b="b" l="l" r="r" t="t"/>
                <a:pathLst>
                  <a:path extrusionOk="0" h="588" w="18286">
                    <a:moveTo>
                      <a:pt x="294" y="0"/>
                    </a:moveTo>
                    <a:cubicBezTo>
                      <a:pt x="132" y="0"/>
                      <a:pt x="0" y="132"/>
                      <a:pt x="0" y="294"/>
                    </a:cubicBezTo>
                    <a:cubicBezTo>
                      <a:pt x="0" y="458"/>
                      <a:pt x="132" y="588"/>
                      <a:pt x="294" y="588"/>
                    </a:cubicBezTo>
                    <a:lnTo>
                      <a:pt x="17992" y="588"/>
                    </a:lnTo>
                    <a:cubicBezTo>
                      <a:pt x="18154" y="588"/>
                      <a:pt x="18286" y="458"/>
                      <a:pt x="18286" y="294"/>
                    </a:cubicBezTo>
                    <a:cubicBezTo>
                      <a:pt x="18286" y="132"/>
                      <a:pt x="18154" y="0"/>
                      <a:pt x="179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9"/>
              <p:cNvSpPr/>
              <p:nvPr/>
            </p:nvSpPr>
            <p:spPr>
              <a:xfrm>
                <a:off x="563575" y="2561025"/>
                <a:ext cx="170775" cy="14750"/>
              </a:xfrm>
              <a:custGeom>
                <a:rect b="b" l="l" r="r" t="t"/>
                <a:pathLst>
                  <a:path extrusionOk="0" h="590" w="6831">
                    <a:moveTo>
                      <a:pt x="295" y="0"/>
                    </a:moveTo>
                    <a:cubicBezTo>
                      <a:pt x="131" y="0"/>
                      <a:pt x="1" y="132"/>
                      <a:pt x="1" y="294"/>
                    </a:cubicBezTo>
                    <a:cubicBezTo>
                      <a:pt x="1" y="458"/>
                      <a:pt x="133" y="590"/>
                      <a:pt x="295" y="590"/>
                    </a:cubicBezTo>
                    <a:lnTo>
                      <a:pt x="6537" y="590"/>
                    </a:lnTo>
                    <a:cubicBezTo>
                      <a:pt x="6699" y="590"/>
                      <a:pt x="6831" y="458"/>
                      <a:pt x="6831" y="294"/>
                    </a:cubicBezTo>
                    <a:cubicBezTo>
                      <a:pt x="6831" y="132"/>
                      <a:pt x="6699" y="0"/>
                      <a:pt x="65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9"/>
              <p:cNvSpPr/>
              <p:nvPr/>
            </p:nvSpPr>
            <p:spPr>
              <a:xfrm>
                <a:off x="273525" y="2561025"/>
                <a:ext cx="265250" cy="14750"/>
              </a:xfrm>
              <a:custGeom>
                <a:rect b="b" l="l" r="r" t="t"/>
                <a:pathLst>
                  <a:path extrusionOk="0" h="590" w="10610">
                    <a:moveTo>
                      <a:pt x="294" y="0"/>
                    </a:moveTo>
                    <a:cubicBezTo>
                      <a:pt x="132" y="0"/>
                      <a:pt x="0" y="132"/>
                      <a:pt x="0" y="294"/>
                    </a:cubicBezTo>
                    <a:cubicBezTo>
                      <a:pt x="0" y="458"/>
                      <a:pt x="132" y="590"/>
                      <a:pt x="294" y="590"/>
                    </a:cubicBezTo>
                    <a:lnTo>
                      <a:pt x="10314" y="590"/>
                    </a:lnTo>
                    <a:cubicBezTo>
                      <a:pt x="10478" y="590"/>
                      <a:pt x="10609" y="458"/>
                      <a:pt x="10609" y="294"/>
                    </a:cubicBezTo>
                    <a:cubicBezTo>
                      <a:pt x="10609" y="132"/>
                      <a:pt x="10478" y="0"/>
                      <a:pt x="1031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9"/>
              <p:cNvSpPr/>
              <p:nvPr/>
            </p:nvSpPr>
            <p:spPr>
              <a:xfrm>
                <a:off x="277200" y="2615400"/>
                <a:ext cx="457150" cy="14725"/>
              </a:xfrm>
              <a:custGeom>
                <a:rect b="b" l="l" r="r" t="t"/>
                <a:pathLst>
                  <a:path extrusionOk="0" h="589" w="18286">
                    <a:moveTo>
                      <a:pt x="294" y="0"/>
                    </a:moveTo>
                    <a:cubicBezTo>
                      <a:pt x="132" y="0"/>
                      <a:pt x="0" y="132"/>
                      <a:pt x="0" y="294"/>
                    </a:cubicBezTo>
                    <a:cubicBezTo>
                      <a:pt x="0" y="456"/>
                      <a:pt x="132" y="588"/>
                      <a:pt x="294" y="588"/>
                    </a:cubicBezTo>
                    <a:lnTo>
                      <a:pt x="17992" y="588"/>
                    </a:lnTo>
                    <a:cubicBezTo>
                      <a:pt x="18154" y="588"/>
                      <a:pt x="18286" y="456"/>
                      <a:pt x="18286" y="294"/>
                    </a:cubicBezTo>
                    <a:cubicBezTo>
                      <a:pt x="18286" y="132"/>
                      <a:pt x="18154" y="0"/>
                      <a:pt x="1799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9"/>
              <p:cNvSpPr/>
              <p:nvPr/>
            </p:nvSpPr>
            <p:spPr>
              <a:xfrm>
                <a:off x="594675" y="2669775"/>
                <a:ext cx="139675" cy="14725"/>
              </a:xfrm>
              <a:custGeom>
                <a:rect b="b" l="l" r="r" t="t"/>
                <a:pathLst>
                  <a:path extrusionOk="0" h="589" w="5587">
                    <a:moveTo>
                      <a:pt x="294" y="1"/>
                    </a:moveTo>
                    <a:cubicBezTo>
                      <a:pt x="132" y="1"/>
                      <a:pt x="1" y="132"/>
                      <a:pt x="1" y="294"/>
                    </a:cubicBezTo>
                    <a:cubicBezTo>
                      <a:pt x="1" y="457"/>
                      <a:pt x="132" y="588"/>
                      <a:pt x="294" y="588"/>
                    </a:cubicBezTo>
                    <a:lnTo>
                      <a:pt x="5293" y="588"/>
                    </a:lnTo>
                    <a:cubicBezTo>
                      <a:pt x="5455" y="588"/>
                      <a:pt x="5587" y="457"/>
                      <a:pt x="5587" y="294"/>
                    </a:cubicBezTo>
                    <a:cubicBezTo>
                      <a:pt x="5587" y="132"/>
                      <a:pt x="5455" y="1"/>
                      <a:pt x="529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29"/>
              <p:cNvSpPr/>
              <p:nvPr/>
            </p:nvSpPr>
            <p:spPr>
              <a:xfrm>
                <a:off x="385300" y="2669775"/>
                <a:ext cx="185775" cy="14725"/>
              </a:xfrm>
              <a:custGeom>
                <a:rect b="b" l="l" r="r" t="t"/>
                <a:pathLst>
                  <a:path extrusionOk="0" h="589" w="7431">
                    <a:moveTo>
                      <a:pt x="295" y="1"/>
                    </a:moveTo>
                    <a:cubicBezTo>
                      <a:pt x="132" y="1"/>
                      <a:pt x="1" y="132"/>
                      <a:pt x="1" y="294"/>
                    </a:cubicBezTo>
                    <a:cubicBezTo>
                      <a:pt x="1" y="457"/>
                      <a:pt x="132" y="588"/>
                      <a:pt x="295" y="588"/>
                    </a:cubicBezTo>
                    <a:lnTo>
                      <a:pt x="7135" y="588"/>
                    </a:lnTo>
                    <a:cubicBezTo>
                      <a:pt x="7299" y="588"/>
                      <a:pt x="7430" y="457"/>
                      <a:pt x="7430" y="294"/>
                    </a:cubicBezTo>
                    <a:cubicBezTo>
                      <a:pt x="7430" y="132"/>
                      <a:pt x="7299"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9"/>
              <p:cNvSpPr/>
              <p:nvPr/>
            </p:nvSpPr>
            <p:spPr>
              <a:xfrm>
                <a:off x="779775" y="2543150"/>
                <a:ext cx="189050" cy="65425"/>
              </a:xfrm>
              <a:custGeom>
                <a:rect b="b" l="l" r="r" t="t"/>
                <a:pathLst>
                  <a:path extrusionOk="0" h="2617" w="7562">
                    <a:moveTo>
                      <a:pt x="673" y="0"/>
                    </a:moveTo>
                    <a:cubicBezTo>
                      <a:pt x="302" y="0"/>
                      <a:pt x="0" y="302"/>
                      <a:pt x="0" y="673"/>
                    </a:cubicBezTo>
                    <a:lnTo>
                      <a:pt x="0" y="1944"/>
                    </a:lnTo>
                    <a:cubicBezTo>
                      <a:pt x="0" y="2315"/>
                      <a:pt x="302" y="2616"/>
                      <a:pt x="673" y="2616"/>
                    </a:cubicBezTo>
                    <a:lnTo>
                      <a:pt x="6889" y="2616"/>
                    </a:lnTo>
                    <a:cubicBezTo>
                      <a:pt x="7260" y="2616"/>
                      <a:pt x="7562" y="2315"/>
                      <a:pt x="7562" y="1944"/>
                    </a:cubicBezTo>
                    <a:lnTo>
                      <a:pt x="7562" y="673"/>
                    </a:lnTo>
                    <a:cubicBezTo>
                      <a:pt x="7562" y="302"/>
                      <a:pt x="7260" y="0"/>
                      <a:pt x="6889" y="0"/>
                    </a:cubicBezTo>
                    <a:close/>
                  </a:path>
                </a:pathLst>
              </a:custGeom>
              <a:solidFill>
                <a:srgbClr val="C8D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9"/>
              <p:cNvSpPr/>
              <p:nvPr/>
            </p:nvSpPr>
            <p:spPr>
              <a:xfrm>
                <a:off x="786050" y="2549475"/>
                <a:ext cx="176500" cy="52800"/>
              </a:xfrm>
              <a:custGeom>
                <a:rect b="b" l="l" r="r" t="t"/>
                <a:pathLst>
                  <a:path extrusionOk="0" h="2112" w="7060">
                    <a:moveTo>
                      <a:pt x="422" y="0"/>
                    </a:moveTo>
                    <a:cubicBezTo>
                      <a:pt x="190" y="0"/>
                      <a:pt x="1" y="188"/>
                      <a:pt x="1" y="421"/>
                    </a:cubicBezTo>
                    <a:lnTo>
                      <a:pt x="1" y="1691"/>
                    </a:lnTo>
                    <a:cubicBezTo>
                      <a:pt x="1" y="1923"/>
                      <a:pt x="190" y="2112"/>
                      <a:pt x="422" y="2112"/>
                    </a:cubicBezTo>
                    <a:lnTo>
                      <a:pt x="6638" y="2112"/>
                    </a:lnTo>
                    <a:cubicBezTo>
                      <a:pt x="6872" y="2112"/>
                      <a:pt x="7059" y="1923"/>
                      <a:pt x="7059" y="1691"/>
                    </a:cubicBezTo>
                    <a:lnTo>
                      <a:pt x="7059" y="420"/>
                    </a:lnTo>
                    <a:cubicBezTo>
                      <a:pt x="7059" y="188"/>
                      <a:pt x="6872" y="0"/>
                      <a:pt x="663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9"/>
              <p:cNvSpPr/>
              <p:nvPr/>
            </p:nvSpPr>
            <p:spPr>
              <a:xfrm>
                <a:off x="897475" y="2569000"/>
                <a:ext cx="45300" cy="18125"/>
              </a:xfrm>
              <a:custGeom>
                <a:rect b="b" l="l" r="r" t="t"/>
                <a:pathLst>
                  <a:path extrusionOk="0" h="725" w="1812">
                    <a:moveTo>
                      <a:pt x="885" y="1"/>
                    </a:moveTo>
                    <a:cubicBezTo>
                      <a:pt x="567" y="1"/>
                      <a:pt x="268" y="140"/>
                      <a:pt x="64" y="383"/>
                    </a:cubicBezTo>
                    <a:cubicBezTo>
                      <a:pt x="0" y="457"/>
                      <a:pt x="9" y="567"/>
                      <a:pt x="83" y="631"/>
                    </a:cubicBezTo>
                    <a:cubicBezTo>
                      <a:pt x="116" y="659"/>
                      <a:pt x="157" y="672"/>
                      <a:pt x="197" y="672"/>
                    </a:cubicBezTo>
                    <a:cubicBezTo>
                      <a:pt x="247" y="672"/>
                      <a:pt x="297" y="651"/>
                      <a:pt x="332" y="610"/>
                    </a:cubicBezTo>
                    <a:cubicBezTo>
                      <a:pt x="470" y="446"/>
                      <a:pt x="671" y="354"/>
                      <a:pt x="885" y="354"/>
                    </a:cubicBezTo>
                    <a:cubicBezTo>
                      <a:pt x="1115" y="354"/>
                      <a:pt x="1333" y="464"/>
                      <a:pt x="1469" y="652"/>
                    </a:cubicBezTo>
                    <a:cubicBezTo>
                      <a:pt x="1504" y="699"/>
                      <a:pt x="1557" y="725"/>
                      <a:pt x="1612" y="725"/>
                    </a:cubicBezTo>
                    <a:cubicBezTo>
                      <a:pt x="1648" y="725"/>
                      <a:pt x="1684" y="714"/>
                      <a:pt x="1715" y="692"/>
                    </a:cubicBezTo>
                    <a:cubicBezTo>
                      <a:pt x="1794" y="634"/>
                      <a:pt x="1812" y="524"/>
                      <a:pt x="1754" y="445"/>
                    </a:cubicBezTo>
                    <a:cubicBezTo>
                      <a:pt x="1553" y="168"/>
                      <a:pt x="1227" y="1"/>
                      <a:pt x="88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9"/>
              <p:cNvSpPr/>
              <p:nvPr/>
            </p:nvSpPr>
            <p:spPr>
              <a:xfrm>
                <a:off x="805875" y="2569000"/>
                <a:ext cx="45275" cy="18125"/>
              </a:xfrm>
              <a:custGeom>
                <a:rect b="b" l="l" r="r" t="t"/>
                <a:pathLst>
                  <a:path extrusionOk="0" h="725" w="1811">
                    <a:moveTo>
                      <a:pt x="927" y="1"/>
                    </a:moveTo>
                    <a:cubicBezTo>
                      <a:pt x="583" y="1"/>
                      <a:pt x="259" y="168"/>
                      <a:pt x="56" y="445"/>
                    </a:cubicBezTo>
                    <a:cubicBezTo>
                      <a:pt x="0" y="524"/>
                      <a:pt x="17" y="634"/>
                      <a:pt x="95" y="692"/>
                    </a:cubicBezTo>
                    <a:cubicBezTo>
                      <a:pt x="127" y="714"/>
                      <a:pt x="164" y="725"/>
                      <a:pt x="200" y="725"/>
                    </a:cubicBezTo>
                    <a:cubicBezTo>
                      <a:pt x="255" y="725"/>
                      <a:pt x="308" y="699"/>
                      <a:pt x="342" y="652"/>
                    </a:cubicBezTo>
                    <a:cubicBezTo>
                      <a:pt x="477" y="464"/>
                      <a:pt x="697" y="354"/>
                      <a:pt x="927" y="354"/>
                    </a:cubicBezTo>
                    <a:cubicBezTo>
                      <a:pt x="1141" y="354"/>
                      <a:pt x="1341" y="446"/>
                      <a:pt x="1478" y="610"/>
                    </a:cubicBezTo>
                    <a:cubicBezTo>
                      <a:pt x="1514" y="651"/>
                      <a:pt x="1564" y="672"/>
                      <a:pt x="1614" y="672"/>
                    </a:cubicBezTo>
                    <a:cubicBezTo>
                      <a:pt x="1654" y="672"/>
                      <a:pt x="1694" y="659"/>
                      <a:pt x="1727" y="631"/>
                    </a:cubicBezTo>
                    <a:cubicBezTo>
                      <a:pt x="1801" y="567"/>
                      <a:pt x="1810" y="457"/>
                      <a:pt x="1748" y="383"/>
                    </a:cubicBezTo>
                    <a:cubicBezTo>
                      <a:pt x="1544" y="140"/>
                      <a:pt x="1244" y="1"/>
                      <a:pt x="92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16" name="Google Shape;416;p29"/>
          <p:cNvGrpSpPr/>
          <p:nvPr/>
        </p:nvGrpSpPr>
        <p:grpSpPr>
          <a:xfrm>
            <a:off x="227535" y="1608037"/>
            <a:ext cx="371782" cy="274285"/>
            <a:chOff x="5223609" y="3731112"/>
            <a:chExt cx="371782" cy="274285"/>
          </a:xfrm>
        </p:grpSpPr>
        <p:sp>
          <p:nvSpPr>
            <p:cNvPr id="417" name="Google Shape;417;p29"/>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9"/>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9" name="Google Shape;419;p29"/>
          <p:cNvSpPr txBox="1"/>
          <p:nvPr/>
        </p:nvSpPr>
        <p:spPr>
          <a:xfrm>
            <a:off x="599325" y="1545088"/>
            <a:ext cx="11613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Regression</a:t>
            </a:r>
            <a:endParaRPr b="0" i="0" sz="1400" u="none" cap="none" strike="noStrike">
              <a:solidFill>
                <a:schemeClr val="dk1"/>
              </a:solidFill>
              <a:latin typeface="Golos Text"/>
              <a:ea typeface="Golos Text"/>
              <a:cs typeface="Golos Text"/>
              <a:sym typeface="Golos Text"/>
            </a:endParaRPr>
          </a:p>
        </p:txBody>
      </p:sp>
      <p:grpSp>
        <p:nvGrpSpPr>
          <p:cNvPr id="420" name="Google Shape;420;p29"/>
          <p:cNvGrpSpPr/>
          <p:nvPr/>
        </p:nvGrpSpPr>
        <p:grpSpPr>
          <a:xfrm>
            <a:off x="2722010" y="1608049"/>
            <a:ext cx="371782" cy="274285"/>
            <a:chOff x="5223609" y="3731112"/>
            <a:chExt cx="371782" cy="274285"/>
          </a:xfrm>
        </p:grpSpPr>
        <p:sp>
          <p:nvSpPr>
            <p:cNvPr id="421" name="Google Shape;421;p29"/>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9"/>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3" name="Google Shape;423;p29"/>
          <p:cNvSpPr txBox="1"/>
          <p:nvPr/>
        </p:nvSpPr>
        <p:spPr>
          <a:xfrm>
            <a:off x="3128775" y="1545100"/>
            <a:ext cx="13626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Classification</a:t>
            </a:r>
            <a:endParaRPr b="0" i="0" sz="1400" u="none" cap="none" strike="noStrike">
              <a:solidFill>
                <a:schemeClr val="dk1"/>
              </a:solidFill>
              <a:latin typeface="Golos Text"/>
              <a:ea typeface="Golos Text"/>
              <a:cs typeface="Golos Text"/>
              <a:sym typeface="Golos Text"/>
            </a:endParaRPr>
          </a:p>
        </p:txBody>
      </p:sp>
      <p:grpSp>
        <p:nvGrpSpPr>
          <p:cNvPr id="424" name="Google Shape;424;p29"/>
          <p:cNvGrpSpPr/>
          <p:nvPr/>
        </p:nvGrpSpPr>
        <p:grpSpPr>
          <a:xfrm>
            <a:off x="227527" y="3508437"/>
            <a:ext cx="392156" cy="274285"/>
            <a:chOff x="5223609" y="3731112"/>
            <a:chExt cx="371782" cy="274285"/>
          </a:xfrm>
        </p:grpSpPr>
        <p:sp>
          <p:nvSpPr>
            <p:cNvPr id="425" name="Google Shape;425;p29"/>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9"/>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7" name="Google Shape;427;p29"/>
          <p:cNvSpPr txBox="1"/>
          <p:nvPr/>
        </p:nvSpPr>
        <p:spPr>
          <a:xfrm>
            <a:off x="620006" y="3445475"/>
            <a:ext cx="12057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Challenges</a:t>
            </a:r>
            <a:endParaRPr b="0" i="0" sz="1400" u="none" cap="none" strike="noStrike">
              <a:solidFill>
                <a:schemeClr val="dk1"/>
              </a:solidFill>
              <a:latin typeface="Golos Text"/>
              <a:ea typeface="Golos Text"/>
              <a:cs typeface="Golos Text"/>
              <a:sym typeface="Golos Text"/>
            </a:endParaRPr>
          </a:p>
        </p:txBody>
      </p:sp>
      <p:grpSp>
        <p:nvGrpSpPr>
          <p:cNvPr id="428" name="Google Shape;428;p29"/>
          <p:cNvGrpSpPr/>
          <p:nvPr/>
        </p:nvGrpSpPr>
        <p:grpSpPr>
          <a:xfrm>
            <a:off x="2477285" y="3508424"/>
            <a:ext cx="371782" cy="274285"/>
            <a:chOff x="5223609" y="3731112"/>
            <a:chExt cx="371782" cy="274285"/>
          </a:xfrm>
        </p:grpSpPr>
        <p:sp>
          <p:nvSpPr>
            <p:cNvPr id="429" name="Google Shape;429;p29"/>
            <p:cNvSpPr/>
            <p:nvPr/>
          </p:nvSpPr>
          <p:spPr>
            <a:xfrm>
              <a:off x="5223609" y="3731112"/>
              <a:ext cx="371782" cy="274285"/>
            </a:xfrm>
            <a:custGeom>
              <a:rect b="b" l="l" r="r" t="t"/>
              <a:pathLst>
                <a:path extrusionOk="0" h="10440" w="14151">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rgbClr val="9FAEB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9"/>
            <p:cNvSpPr/>
            <p:nvPr/>
          </p:nvSpPr>
          <p:spPr>
            <a:xfrm>
              <a:off x="5338236" y="3769391"/>
              <a:ext cx="257155" cy="236006"/>
            </a:xfrm>
            <a:custGeom>
              <a:rect b="b" l="l" r="r" t="t"/>
              <a:pathLst>
                <a:path extrusionOk="0" h="8983" w="9788">
                  <a:moveTo>
                    <a:pt x="9066" y="0"/>
                  </a:moveTo>
                  <a:lnTo>
                    <a:pt x="826" y="8248"/>
                  </a:lnTo>
                  <a:cubicBezTo>
                    <a:pt x="597" y="8470"/>
                    <a:pt x="312" y="8629"/>
                    <a:pt x="0" y="8698"/>
                  </a:cubicBezTo>
                  <a:cubicBezTo>
                    <a:pt x="257" y="8886"/>
                    <a:pt x="569" y="8983"/>
                    <a:pt x="888" y="8983"/>
                  </a:cubicBezTo>
                  <a:cubicBezTo>
                    <a:pt x="1297" y="8983"/>
                    <a:pt x="1693" y="8823"/>
                    <a:pt x="1977" y="8532"/>
                  </a:cubicBezTo>
                  <a:lnTo>
                    <a:pt x="9787" y="722"/>
                  </a:lnTo>
                  <a:lnTo>
                    <a:pt x="9066" y="0"/>
                  </a:lnTo>
                  <a:close/>
                </a:path>
              </a:pathLst>
            </a:custGeom>
            <a:solidFill>
              <a:srgbClr val="37495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1" name="Google Shape;431;p29"/>
          <p:cNvSpPr txBox="1"/>
          <p:nvPr/>
        </p:nvSpPr>
        <p:spPr>
          <a:xfrm>
            <a:off x="2849075" y="3445475"/>
            <a:ext cx="2293800" cy="40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Golos Text"/>
                <a:ea typeface="Golos Text"/>
                <a:cs typeface="Golos Text"/>
                <a:sym typeface="Golos Text"/>
              </a:rPr>
              <a:t>Testing and Validating</a:t>
            </a:r>
            <a:endParaRPr b="0" i="0" sz="1400" u="none" cap="none" strike="noStrike">
              <a:solidFill>
                <a:schemeClr val="dk1"/>
              </a:solidFill>
              <a:latin typeface="Golos Text"/>
              <a:ea typeface="Golos Text"/>
              <a:cs typeface="Golos Text"/>
              <a:sym typeface="Golos Tex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0"/>
          <p:cNvSpPr txBox="1"/>
          <p:nvPr>
            <p:ph type="title"/>
          </p:nvPr>
        </p:nvSpPr>
        <p:spPr>
          <a:xfrm>
            <a:off x="715050" y="1987200"/>
            <a:ext cx="7713900" cy="1169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3000"/>
              <a:buNone/>
            </a:pPr>
            <a:r>
              <a:rPr lang="en"/>
              <a:t>Questions?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c931b11a3d_0_5"/>
          <p:cNvSpPr txBox="1"/>
          <p:nvPr>
            <p:ph type="title"/>
          </p:nvPr>
        </p:nvSpPr>
        <p:spPr>
          <a:xfrm>
            <a:off x="715100" y="535000"/>
            <a:ext cx="40131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Extra resources</a:t>
            </a:r>
            <a:endParaRPr/>
          </a:p>
        </p:txBody>
      </p:sp>
      <p:sp>
        <p:nvSpPr>
          <p:cNvPr id="442" name="Google Shape;442;g3c931b11a3d_0_5"/>
          <p:cNvSpPr txBox="1"/>
          <p:nvPr>
            <p:ph idx="1" type="body"/>
          </p:nvPr>
        </p:nvSpPr>
        <p:spPr>
          <a:xfrm>
            <a:off x="476900" y="1242400"/>
            <a:ext cx="7160100" cy="33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handling imbalanced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cross validation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5"/>
              </a:rPr>
              <a:t>k cross validation (blog),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tificial Intelligence by Slidesgo">
  <a:themeElements>
    <a:clrScheme name="Simple Light">
      <a:dk1>
        <a:srgbClr val="333746"/>
      </a:dk1>
      <a:lt1>
        <a:srgbClr val="5B627D"/>
      </a:lt1>
      <a:dk2>
        <a:srgbClr val="C8D3F4"/>
      </a:dk2>
      <a:lt2>
        <a:srgbClr val="E6E9F8"/>
      </a:lt2>
      <a:accent1>
        <a:srgbClr val="6D6AF7"/>
      </a:accent1>
      <a:accent2>
        <a:srgbClr val="EDBBD8"/>
      </a:accent2>
      <a:accent3>
        <a:srgbClr val="E67CB9"/>
      </a:accent3>
      <a:accent4>
        <a:srgbClr val="FFFFFF"/>
      </a:accent4>
      <a:accent5>
        <a:srgbClr val="FFFFFF"/>
      </a:accent5>
      <a:accent6>
        <a:srgbClr val="FFFFFF"/>
      </a:accent6>
      <a:hlink>
        <a:srgbClr val="3337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